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62" r:id="rId2"/>
    <p:sldId id="263" r:id="rId3"/>
    <p:sldId id="264" r:id="rId4"/>
    <p:sldId id="267" r:id="rId5"/>
    <p:sldId id="269" r:id="rId6"/>
    <p:sldId id="270" r:id="rId7"/>
    <p:sldId id="271" r:id="rId8"/>
    <p:sldId id="272" r:id="rId9"/>
    <p:sldId id="273" r:id="rId10"/>
    <p:sldId id="281" r:id="rId11"/>
    <p:sldId id="274" r:id="rId12"/>
    <p:sldId id="276" r:id="rId13"/>
    <p:sldId id="275" r:id="rId14"/>
    <p:sldId id="278" r:id="rId15"/>
    <p:sldId id="268" r:id="rId16"/>
    <p:sldId id="279" r:id="rId17"/>
    <p:sldId id="277" r:id="rId18"/>
    <p:sldId id="266" r:id="rId19"/>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BFBD"/>
    <a:srgbClr val="3D6C87"/>
    <a:srgbClr val="F8CA60"/>
    <a:srgbClr val="93D1D0"/>
    <a:srgbClr val="B2DEDD"/>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86529" autoAdjust="0"/>
  </p:normalViewPr>
  <p:slideViewPr>
    <p:cSldViewPr snapToGrid="0">
      <p:cViewPr varScale="1">
        <p:scale>
          <a:sx n="87" d="100"/>
          <a:sy n="87" d="100"/>
        </p:scale>
        <p:origin x="48" y="6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2256"/>
    </p:cViewPr>
  </p:sorterViewPr>
  <p:notesViewPr>
    <p:cSldViewPr snapToGrid="0">
      <p:cViewPr varScale="1">
        <p:scale>
          <a:sx n="67" d="100"/>
          <a:sy n="67" d="100"/>
        </p:scale>
        <p:origin x="2199" y="45"/>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B629BB-6DED-43E4-9FA7-6E2A4F1B6717}" type="datetimeFigureOut">
              <a:rPr lang="zh-CN" altLang="en-US" smtClean="0"/>
              <a:t>2025/11/19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DD6C8A-C61F-4116-9D9F-FB9DCA975E43}"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组合 6"/>
          <p:cNvGrpSpPr/>
          <p:nvPr/>
        </p:nvGrpSpPr>
        <p:grpSpPr>
          <a:xfrm>
            <a:off x="0" y="-1"/>
            <a:ext cx="12191999" cy="6858001"/>
            <a:chOff x="0" y="-1"/>
            <a:chExt cx="12191999" cy="6858001"/>
          </a:xfrm>
        </p:grpSpPr>
        <p:sp>
          <p:nvSpPr>
            <p:cNvPr id="6" name="任意多边形: 形状 5"/>
            <p:cNvSpPr/>
            <p:nvPr/>
          </p:nvSpPr>
          <p:spPr>
            <a:xfrm rot="10800000">
              <a:off x="0" y="-1"/>
              <a:ext cx="3079376" cy="3079547"/>
            </a:xfrm>
            <a:custGeom>
              <a:avLst/>
              <a:gdLst>
                <a:gd name="connsiteX0" fmla="*/ 5137785 w 5137785"/>
                <a:gd name="connsiteY0" fmla="*/ -358 h 5138070"/>
                <a:gd name="connsiteX1" fmla="*/ 5137785 w 5137785"/>
                <a:gd name="connsiteY1" fmla="*/ 5137141 h 5138070"/>
                <a:gd name="connsiteX2" fmla="*/ 0 w 5137785"/>
                <a:gd name="connsiteY2" fmla="*/ 5137141 h 5138070"/>
                <a:gd name="connsiteX3" fmla="*/ 0 w 5137785"/>
                <a:gd name="connsiteY3" fmla="*/ 4103297 h 5138070"/>
                <a:gd name="connsiteX4" fmla="*/ 678562 w 5137785"/>
                <a:gd name="connsiteY4" fmla="*/ 3424546 h 5138070"/>
                <a:gd name="connsiteX5" fmla="*/ 678752 w 5137785"/>
                <a:gd name="connsiteY5" fmla="*/ 3424546 h 5138070"/>
                <a:gd name="connsiteX6" fmla="*/ 1074801 w 5137785"/>
                <a:gd name="connsiteY6" fmla="*/ 3424546 h 5138070"/>
                <a:gd name="connsiteX7" fmla="*/ 1712976 w 5137785"/>
                <a:gd name="connsiteY7" fmla="*/ 2786371 h 5138070"/>
                <a:gd name="connsiteX8" fmla="*/ 1712976 w 5137785"/>
                <a:gd name="connsiteY8" fmla="*/ 2390322 h 5138070"/>
                <a:gd name="connsiteX9" fmla="*/ 2391347 w 5137785"/>
                <a:gd name="connsiteY9" fmla="*/ 1711761 h 5138070"/>
                <a:gd name="connsiteX10" fmla="*/ 2787396 w 5137785"/>
                <a:gd name="connsiteY10" fmla="*/ 1711761 h 5138070"/>
                <a:gd name="connsiteX11" fmla="*/ 3425571 w 5137785"/>
                <a:gd name="connsiteY11" fmla="*/ 1073586 h 5138070"/>
                <a:gd name="connsiteX12" fmla="*/ 3425571 w 5137785"/>
                <a:gd name="connsiteY12" fmla="*/ 677821 h 5138070"/>
                <a:gd name="connsiteX13" fmla="*/ 4104132 w 5137785"/>
                <a:gd name="connsiteY13" fmla="*/ -930 h 5138070"/>
                <a:gd name="connsiteX14" fmla="*/ 4104323 w 5137785"/>
                <a:gd name="connsiteY14" fmla="*/ -930 h 5138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37785" h="5138070">
                  <a:moveTo>
                    <a:pt x="5137785" y="-358"/>
                  </a:moveTo>
                  <a:lnTo>
                    <a:pt x="5137785" y="5137141"/>
                  </a:lnTo>
                  <a:lnTo>
                    <a:pt x="0" y="5137141"/>
                  </a:lnTo>
                  <a:lnTo>
                    <a:pt x="0" y="4103297"/>
                  </a:lnTo>
                  <a:cubicBezTo>
                    <a:pt x="-57" y="3728489"/>
                    <a:pt x="303752" y="3424641"/>
                    <a:pt x="678562" y="3424546"/>
                  </a:cubicBezTo>
                  <a:cubicBezTo>
                    <a:pt x="678628" y="3424546"/>
                    <a:pt x="678685" y="3424546"/>
                    <a:pt x="678752" y="3424546"/>
                  </a:cubicBezTo>
                  <a:lnTo>
                    <a:pt x="1074801" y="3424546"/>
                  </a:lnTo>
                  <a:cubicBezTo>
                    <a:pt x="1427255" y="3424546"/>
                    <a:pt x="1712976" y="3138796"/>
                    <a:pt x="1712976" y="2786371"/>
                  </a:cubicBezTo>
                  <a:lnTo>
                    <a:pt x="1712976" y="2390322"/>
                  </a:lnTo>
                  <a:cubicBezTo>
                    <a:pt x="1713024" y="2015704"/>
                    <a:pt x="2016681" y="1711951"/>
                    <a:pt x="2391347" y="1711761"/>
                  </a:cubicBezTo>
                  <a:lnTo>
                    <a:pt x="2787396" y="1711761"/>
                  </a:lnTo>
                  <a:cubicBezTo>
                    <a:pt x="3139850" y="1711761"/>
                    <a:pt x="3425571" y="1426011"/>
                    <a:pt x="3425571" y="1073586"/>
                  </a:cubicBezTo>
                  <a:lnTo>
                    <a:pt x="3425571" y="677821"/>
                  </a:lnTo>
                  <a:cubicBezTo>
                    <a:pt x="3425476" y="303013"/>
                    <a:pt x="3729324" y="-834"/>
                    <a:pt x="4104132" y="-930"/>
                  </a:cubicBezTo>
                  <a:cubicBezTo>
                    <a:pt x="4104228" y="-930"/>
                    <a:pt x="4104228" y="-930"/>
                    <a:pt x="4104323" y="-930"/>
                  </a:cubicBezTo>
                  <a:close/>
                </a:path>
              </a:pathLst>
            </a:custGeom>
            <a:solidFill>
              <a:schemeClr val="accent1">
                <a:lumMod val="20000"/>
                <a:lumOff val="80000"/>
                <a:alpha val="44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zh-CN" altLang="en-US"/>
            </a:p>
          </p:txBody>
        </p:sp>
        <p:grpSp>
          <p:nvGrpSpPr>
            <p:cNvPr id="50" name="组合 49"/>
            <p:cNvGrpSpPr/>
            <p:nvPr/>
          </p:nvGrpSpPr>
          <p:grpSpPr>
            <a:xfrm>
              <a:off x="4948619" y="0"/>
              <a:ext cx="7243380" cy="6858000"/>
              <a:chOff x="4948619" y="0"/>
              <a:chExt cx="7243380" cy="6858000"/>
            </a:xfrm>
          </p:grpSpPr>
          <p:sp>
            <p:nvSpPr>
              <p:cNvPr id="10" name="任意多边形: 形状 9"/>
              <p:cNvSpPr/>
              <p:nvPr/>
            </p:nvSpPr>
            <p:spPr>
              <a:xfrm>
                <a:off x="6968087" y="1633799"/>
                <a:ext cx="5223911" cy="5224201"/>
              </a:xfrm>
              <a:custGeom>
                <a:avLst/>
                <a:gdLst>
                  <a:gd name="connsiteX0" fmla="*/ 5137785 w 5137785"/>
                  <a:gd name="connsiteY0" fmla="*/ -358 h 5138070"/>
                  <a:gd name="connsiteX1" fmla="*/ 5137785 w 5137785"/>
                  <a:gd name="connsiteY1" fmla="*/ 5137141 h 5138070"/>
                  <a:gd name="connsiteX2" fmla="*/ 0 w 5137785"/>
                  <a:gd name="connsiteY2" fmla="*/ 5137141 h 5138070"/>
                  <a:gd name="connsiteX3" fmla="*/ 0 w 5137785"/>
                  <a:gd name="connsiteY3" fmla="*/ 4103297 h 5138070"/>
                  <a:gd name="connsiteX4" fmla="*/ 678562 w 5137785"/>
                  <a:gd name="connsiteY4" fmla="*/ 3424546 h 5138070"/>
                  <a:gd name="connsiteX5" fmla="*/ 678752 w 5137785"/>
                  <a:gd name="connsiteY5" fmla="*/ 3424546 h 5138070"/>
                  <a:gd name="connsiteX6" fmla="*/ 1074801 w 5137785"/>
                  <a:gd name="connsiteY6" fmla="*/ 3424546 h 5138070"/>
                  <a:gd name="connsiteX7" fmla="*/ 1712976 w 5137785"/>
                  <a:gd name="connsiteY7" fmla="*/ 2786371 h 5138070"/>
                  <a:gd name="connsiteX8" fmla="*/ 1712976 w 5137785"/>
                  <a:gd name="connsiteY8" fmla="*/ 2390322 h 5138070"/>
                  <a:gd name="connsiteX9" fmla="*/ 2391347 w 5137785"/>
                  <a:gd name="connsiteY9" fmla="*/ 1711761 h 5138070"/>
                  <a:gd name="connsiteX10" fmla="*/ 2787396 w 5137785"/>
                  <a:gd name="connsiteY10" fmla="*/ 1711761 h 5138070"/>
                  <a:gd name="connsiteX11" fmla="*/ 3425571 w 5137785"/>
                  <a:gd name="connsiteY11" fmla="*/ 1073586 h 5138070"/>
                  <a:gd name="connsiteX12" fmla="*/ 3425571 w 5137785"/>
                  <a:gd name="connsiteY12" fmla="*/ 677821 h 5138070"/>
                  <a:gd name="connsiteX13" fmla="*/ 4104132 w 5137785"/>
                  <a:gd name="connsiteY13" fmla="*/ -930 h 5138070"/>
                  <a:gd name="connsiteX14" fmla="*/ 4104323 w 5137785"/>
                  <a:gd name="connsiteY14" fmla="*/ -930 h 5138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37785" h="5138070">
                    <a:moveTo>
                      <a:pt x="5137785" y="-358"/>
                    </a:moveTo>
                    <a:lnTo>
                      <a:pt x="5137785" y="5137141"/>
                    </a:lnTo>
                    <a:lnTo>
                      <a:pt x="0" y="5137141"/>
                    </a:lnTo>
                    <a:lnTo>
                      <a:pt x="0" y="4103297"/>
                    </a:lnTo>
                    <a:cubicBezTo>
                      <a:pt x="-57" y="3728489"/>
                      <a:pt x="303752" y="3424641"/>
                      <a:pt x="678562" y="3424546"/>
                    </a:cubicBezTo>
                    <a:cubicBezTo>
                      <a:pt x="678628" y="3424546"/>
                      <a:pt x="678685" y="3424546"/>
                      <a:pt x="678752" y="3424546"/>
                    </a:cubicBezTo>
                    <a:lnTo>
                      <a:pt x="1074801" y="3424546"/>
                    </a:lnTo>
                    <a:cubicBezTo>
                      <a:pt x="1427255" y="3424546"/>
                      <a:pt x="1712976" y="3138796"/>
                      <a:pt x="1712976" y="2786371"/>
                    </a:cubicBezTo>
                    <a:lnTo>
                      <a:pt x="1712976" y="2390322"/>
                    </a:lnTo>
                    <a:cubicBezTo>
                      <a:pt x="1713024" y="2015704"/>
                      <a:pt x="2016681" y="1711951"/>
                      <a:pt x="2391347" y="1711761"/>
                    </a:cubicBezTo>
                    <a:lnTo>
                      <a:pt x="2787396" y="1711761"/>
                    </a:lnTo>
                    <a:cubicBezTo>
                      <a:pt x="3139850" y="1711761"/>
                      <a:pt x="3425571" y="1426011"/>
                      <a:pt x="3425571" y="1073586"/>
                    </a:cubicBezTo>
                    <a:lnTo>
                      <a:pt x="3425571" y="677821"/>
                    </a:lnTo>
                    <a:cubicBezTo>
                      <a:pt x="3425476" y="303013"/>
                      <a:pt x="3729324" y="-834"/>
                      <a:pt x="4104132" y="-930"/>
                    </a:cubicBezTo>
                    <a:cubicBezTo>
                      <a:pt x="4104228" y="-930"/>
                      <a:pt x="4104228" y="-930"/>
                      <a:pt x="4104323" y="-930"/>
                    </a:cubicBezTo>
                    <a:close/>
                  </a:path>
                </a:pathLst>
              </a:custGeom>
              <a:solidFill>
                <a:schemeClr val="accent1"/>
              </a:solidFill>
              <a:ln w="9525" cap="flat">
                <a:noFill/>
                <a:prstDash val="solid"/>
                <a:miter/>
              </a:ln>
            </p:spPr>
            <p:txBody>
              <a:bodyPr rtlCol="0" anchor="ctr"/>
              <a:lstStyle/>
              <a:p>
                <a:endParaRPr lang="zh-CN" altLang="en-US"/>
              </a:p>
            </p:txBody>
          </p:sp>
          <p:sp>
            <p:nvSpPr>
              <p:cNvPr id="11" name="任意多边形: 形状 10"/>
              <p:cNvSpPr/>
              <p:nvPr/>
            </p:nvSpPr>
            <p:spPr>
              <a:xfrm>
                <a:off x="8661783" y="3327993"/>
                <a:ext cx="3530215" cy="3530007"/>
              </a:xfrm>
              <a:custGeom>
                <a:avLst/>
                <a:gdLst>
                  <a:gd name="connsiteX0" fmla="*/ 3246596 w 3246596"/>
                  <a:gd name="connsiteY0" fmla="*/ -930 h 3246405"/>
                  <a:gd name="connsiteX1" fmla="*/ 3246596 w 3246596"/>
                  <a:gd name="connsiteY1" fmla="*/ 3245476 h 3246405"/>
                  <a:gd name="connsiteX2" fmla="*/ 0 w 3246596"/>
                  <a:gd name="connsiteY2" fmla="*/ 3245476 h 3246405"/>
                  <a:gd name="connsiteX3" fmla="*/ 0 w 3246596"/>
                  <a:gd name="connsiteY3" fmla="*/ 2535959 h 3246405"/>
                  <a:gd name="connsiteX4" fmla="*/ 372713 w 3246596"/>
                  <a:gd name="connsiteY4" fmla="*/ 2163245 h 3246405"/>
                  <a:gd name="connsiteX5" fmla="*/ 709517 w 3246596"/>
                  <a:gd name="connsiteY5" fmla="*/ 2163245 h 3246405"/>
                  <a:gd name="connsiteX6" fmla="*/ 1082231 w 3246596"/>
                  <a:gd name="connsiteY6" fmla="*/ 1790723 h 3246405"/>
                  <a:gd name="connsiteX7" fmla="*/ 1082231 w 3246596"/>
                  <a:gd name="connsiteY7" fmla="*/ 1790627 h 3246405"/>
                  <a:gd name="connsiteX8" fmla="*/ 1082231 w 3246596"/>
                  <a:gd name="connsiteY8" fmla="*/ 1453728 h 3246405"/>
                  <a:gd name="connsiteX9" fmla="*/ 1454658 w 3246596"/>
                  <a:gd name="connsiteY9" fmla="*/ 1081110 h 3246405"/>
                  <a:gd name="connsiteX10" fmla="*/ 1454848 w 3246596"/>
                  <a:gd name="connsiteY10" fmla="*/ 1081110 h 3246405"/>
                  <a:gd name="connsiteX11" fmla="*/ 1791748 w 3246596"/>
                  <a:gd name="connsiteY11" fmla="*/ 1081110 h 3246405"/>
                  <a:gd name="connsiteX12" fmla="*/ 2164366 w 3246596"/>
                  <a:gd name="connsiteY12" fmla="*/ 708397 h 3246405"/>
                  <a:gd name="connsiteX13" fmla="*/ 2164366 w 3246596"/>
                  <a:gd name="connsiteY13" fmla="*/ 371784 h 3246405"/>
                  <a:gd name="connsiteX14" fmla="*/ 2537079 w 3246596"/>
                  <a:gd name="connsiteY14" fmla="*/ -930 h 324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46596" h="3246405">
                    <a:moveTo>
                      <a:pt x="3246596" y="-930"/>
                    </a:moveTo>
                    <a:lnTo>
                      <a:pt x="3246596" y="3245476"/>
                    </a:lnTo>
                    <a:lnTo>
                      <a:pt x="0" y="3245476"/>
                    </a:lnTo>
                    <a:lnTo>
                      <a:pt x="0" y="2535959"/>
                    </a:lnTo>
                    <a:cubicBezTo>
                      <a:pt x="0" y="2330124"/>
                      <a:pt x="166868" y="2163245"/>
                      <a:pt x="372713" y="2163245"/>
                    </a:cubicBezTo>
                    <a:lnTo>
                      <a:pt x="709517" y="2163245"/>
                    </a:lnTo>
                    <a:cubicBezTo>
                      <a:pt x="915305" y="2163341"/>
                      <a:pt x="1082173" y="1996558"/>
                      <a:pt x="1082231" y="1790723"/>
                    </a:cubicBezTo>
                    <a:cubicBezTo>
                      <a:pt x="1082231" y="1790723"/>
                      <a:pt x="1082231" y="1790627"/>
                      <a:pt x="1082231" y="1790627"/>
                    </a:cubicBezTo>
                    <a:lnTo>
                      <a:pt x="1082231" y="1453728"/>
                    </a:lnTo>
                    <a:cubicBezTo>
                      <a:pt x="1082183" y="1247988"/>
                      <a:pt x="1248918" y="1081206"/>
                      <a:pt x="1454658" y="1081110"/>
                    </a:cubicBezTo>
                    <a:cubicBezTo>
                      <a:pt x="1454753" y="1081110"/>
                      <a:pt x="1454753" y="1081110"/>
                      <a:pt x="1454848" y="1081110"/>
                    </a:cubicBezTo>
                    <a:lnTo>
                      <a:pt x="1791748" y="1081110"/>
                    </a:lnTo>
                    <a:cubicBezTo>
                      <a:pt x="1997583" y="1081015"/>
                      <a:pt x="2164366" y="914232"/>
                      <a:pt x="2164366" y="708397"/>
                    </a:cubicBezTo>
                    <a:lnTo>
                      <a:pt x="2164366" y="371784"/>
                    </a:lnTo>
                    <a:cubicBezTo>
                      <a:pt x="2164366" y="165949"/>
                      <a:pt x="2331244" y="-930"/>
                      <a:pt x="2537079" y="-930"/>
                    </a:cubicBezTo>
                    <a:close/>
                  </a:path>
                </a:pathLst>
              </a:custGeom>
              <a:solidFill>
                <a:schemeClr val="accent2"/>
              </a:solidFill>
              <a:ln w="9525" cap="flat">
                <a:noFill/>
                <a:prstDash val="solid"/>
                <a:miter/>
              </a:ln>
            </p:spPr>
            <p:txBody>
              <a:bodyPr rtlCol="0" anchor="ctr"/>
              <a:lstStyle/>
              <a:p>
                <a:endParaRPr lang="zh-CN" altLang="en-US"/>
              </a:p>
            </p:txBody>
          </p:sp>
          <p:sp>
            <p:nvSpPr>
              <p:cNvPr id="12" name="任意多边形: 形状 11"/>
              <p:cNvSpPr/>
              <p:nvPr/>
            </p:nvSpPr>
            <p:spPr>
              <a:xfrm>
                <a:off x="10704535" y="1484953"/>
                <a:ext cx="1487464" cy="2974930"/>
              </a:xfrm>
              <a:custGeom>
                <a:avLst/>
                <a:gdLst>
                  <a:gd name="connsiteX0" fmla="*/ 0 w 1297399"/>
                  <a:gd name="connsiteY0" fmla="*/ 1297400 h 2594800"/>
                  <a:gd name="connsiteX1" fmla="*/ 1297400 w 1297399"/>
                  <a:gd name="connsiteY1" fmla="*/ 2594801 h 2594800"/>
                  <a:gd name="connsiteX2" fmla="*/ 1297400 w 1297399"/>
                  <a:gd name="connsiteY2" fmla="*/ 1297400 h 2594800"/>
                  <a:gd name="connsiteX3" fmla="*/ 1297400 w 1297399"/>
                  <a:gd name="connsiteY3" fmla="*/ 0 h 2594800"/>
                  <a:gd name="connsiteX4" fmla="*/ 0 w 1297399"/>
                  <a:gd name="connsiteY4" fmla="*/ 1297400 h 259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399" h="2594800">
                    <a:moveTo>
                      <a:pt x="0" y="1297400"/>
                    </a:moveTo>
                    <a:lnTo>
                      <a:pt x="1297400" y="2594801"/>
                    </a:lnTo>
                    <a:lnTo>
                      <a:pt x="1297400" y="1297400"/>
                    </a:lnTo>
                    <a:lnTo>
                      <a:pt x="1297400" y="0"/>
                    </a:lnTo>
                    <a:lnTo>
                      <a:pt x="0" y="1297400"/>
                    </a:lnTo>
                    <a:close/>
                  </a:path>
                </a:pathLst>
              </a:custGeom>
              <a:solidFill>
                <a:schemeClr val="accent3"/>
              </a:solidFill>
              <a:ln w="9525" cap="flat">
                <a:noFill/>
                <a:prstDash val="solid"/>
                <a:miter/>
              </a:ln>
            </p:spPr>
            <p:txBody>
              <a:bodyPr rtlCol="0" anchor="ctr"/>
              <a:lstStyle/>
              <a:p>
                <a:endParaRPr lang="zh-CN" altLang="en-US"/>
              </a:p>
            </p:txBody>
          </p:sp>
          <p:sp>
            <p:nvSpPr>
              <p:cNvPr id="13" name="任意多边形: 形状 12"/>
              <p:cNvSpPr/>
              <p:nvPr/>
            </p:nvSpPr>
            <p:spPr>
              <a:xfrm>
                <a:off x="11549007" y="2329426"/>
                <a:ext cx="642992" cy="1285984"/>
              </a:xfrm>
              <a:custGeom>
                <a:avLst/>
                <a:gdLst>
                  <a:gd name="connsiteX0" fmla="*/ 0 w 560832"/>
                  <a:gd name="connsiteY0" fmla="*/ 560832 h 1121664"/>
                  <a:gd name="connsiteX1" fmla="*/ 560832 w 560832"/>
                  <a:gd name="connsiteY1" fmla="*/ 1121664 h 1121664"/>
                  <a:gd name="connsiteX2" fmla="*/ 560832 w 560832"/>
                  <a:gd name="connsiteY2" fmla="*/ 560832 h 1121664"/>
                  <a:gd name="connsiteX3" fmla="*/ 560832 w 560832"/>
                  <a:gd name="connsiteY3" fmla="*/ 0 h 1121664"/>
                  <a:gd name="connsiteX4" fmla="*/ 0 w 560832"/>
                  <a:gd name="connsiteY4" fmla="*/ 560832 h 1121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832" h="1121664">
                    <a:moveTo>
                      <a:pt x="0" y="560832"/>
                    </a:moveTo>
                    <a:lnTo>
                      <a:pt x="560832" y="1121664"/>
                    </a:lnTo>
                    <a:lnTo>
                      <a:pt x="560832" y="560832"/>
                    </a:lnTo>
                    <a:lnTo>
                      <a:pt x="560832" y="0"/>
                    </a:lnTo>
                    <a:lnTo>
                      <a:pt x="0" y="560832"/>
                    </a:lnTo>
                    <a:close/>
                  </a:path>
                </a:pathLst>
              </a:custGeom>
              <a:solidFill>
                <a:srgbClr val="FFFFFF"/>
              </a:solidFill>
              <a:ln w="9525" cap="flat">
                <a:noFill/>
                <a:prstDash val="solid"/>
                <a:miter/>
              </a:ln>
            </p:spPr>
            <p:txBody>
              <a:bodyPr rtlCol="0" anchor="ctr"/>
              <a:lstStyle/>
              <a:p>
                <a:endParaRPr lang="zh-CN" altLang="en-US"/>
              </a:p>
            </p:txBody>
          </p:sp>
          <p:grpSp>
            <p:nvGrpSpPr>
              <p:cNvPr id="44" name="组合 43"/>
              <p:cNvGrpSpPr/>
              <p:nvPr/>
            </p:nvGrpSpPr>
            <p:grpSpPr>
              <a:xfrm>
                <a:off x="8100569" y="903985"/>
                <a:ext cx="1639149" cy="1639149"/>
                <a:chOff x="7617640" y="903985"/>
                <a:chExt cx="1639149" cy="1639149"/>
              </a:xfrm>
            </p:grpSpPr>
            <p:sp>
              <p:nvSpPr>
                <p:cNvPr id="16" name="任意多边形: 形状 15"/>
                <p:cNvSpPr/>
                <p:nvPr/>
              </p:nvSpPr>
              <p:spPr>
                <a:xfrm rot="18900000">
                  <a:off x="7617640" y="903985"/>
                  <a:ext cx="1639149" cy="1639149"/>
                </a:xfrm>
                <a:custGeom>
                  <a:avLst/>
                  <a:gdLst>
                    <a:gd name="connsiteX0" fmla="*/ 1429703 w 1429702"/>
                    <a:gd name="connsiteY0" fmla="*/ 713921 h 1429702"/>
                    <a:gd name="connsiteX1" fmla="*/ 714851 w 1429702"/>
                    <a:gd name="connsiteY1" fmla="*/ 1428773 h 1429702"/>
                    <a:gd name="connsiteX2" fmla="*/ 0 w 1429702"/>
                    <a:gd name="connsiteY2" fmla="*/ 713921 h 1429702"/>
                    <a:gd name="connsiteX3" fmla="*/ 714851 w 1429702"/>
                    <a:gd name="connsiteY3" fmla="*/ -930 h 1429702"/>
                    <a:gd name="connsiteX4" fmla="*/ 1429703 w 1429702"/>
                    <a:gd name="connsiteY4" fmla="*/ 713921 h 142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9702" h="1429702">
                      <a:moveTo>
                        <a:pt x="1429703" y="713921"/>
                      </a:moveTo>
                      <a:cubicBezTo>
                        <a:pt x="1429703" y="1108723"/>
                        <a:pt x="1109653" y="1428773"/>
                        <a:pt x="714851" y="1428773"/>
                      </a:cubicBezTo>
                      <a:cubicBezTo>
                        <a:pt x="320050" y="1428773"/>
                        <a:pt x="0" y="1108723"/>
                        <a:pt x="0" y="713921"/>
                      </a:cubicBezTo>
                      <a:cubicBezTo>
                        <a:pt x="0" y="319120"/>
                        <a:pt x="320050" y="-930"/>
                        <a:pt x="714851" y="-930"/>
                      </a:cubicBezTo>
                      <a:cubicBezTo>
                        <a:pt x="1109653" y="-930"/>
                        <a:pt x="1429703" y="319120"/>
                        <a:pt x="1429703" y="713921"/>
                      </a:cubicBezTo>
                      <a:close/>
                    </a:path>
                  </a:pathLst>
                </a:custGeom>
                <a:solidFill>
                  <a:schemeClr val="accent4"/>
                </a:solidFill>
                <a:ln w="9525" cap="flat">
                  <a:noFill/>
                  <a:prstDash val="solid"/>
                  <a:miter/>
                </a:ln>
              </p:spPr>
              <p:txBody>
                <a:bodyPr rtlCol="0" anchor="ctr"/>
                <a:lstStyle/>
                <a:p>
                  <a:endParaRPr lang="zh-CN" altLang="en-US"/>
                </a:p>
              </p:txBody>
            </p:sp>
            <p:sp>
              <p:nvSpPr>
                <p:cNvPr id="43" name="任意多边形: 形状 42"/>
                <p:cNvSpPr/>
                <p:nvPr/>
              </p:nvSpPr>
              <p:spPr>
                <a:xfrm rot="6955801">
                  <a:off x="7904526" y="1189340"/>
                  <a:ext cx="1066266" cy="1066266"/>
                </a:xfrm>
                <a:custGeom>
                  <a:avLst/>
                  <a:gdLst>
                    <a:gd name="connsiteX0" fmla="*/ 67415 w 1066266"/>
                    <a:gd name="connsiteY0" fmla="*/ 794278 h 1066266"/>
                    <a:gd name="connsiteX1" fmla="*/ 40531 w 1066266"/>
                    <a:gd name="connsiteY1" fmla="*/ 738986 h 1066266"/>
                    <a:gd name="connsiteX2" fmla="*/ 397821 w 1066266"/>
                    <a:gd name="connsiteY2" fmla="*/ 565264 h 1066266"/>
                    <a:gd name="connsiteX3" fmla="*/ 0 w 1066266"/>
                    <a:gd name="connsiteY3" fmla="*/ 565264 h 1066266"/>
                    <a:gd name="connsiteX4" fmla="*/ 0 w 1066266"/>
                    <a:gd name="connsiteY4" fmla="*/ 503783 h 1066266"/>
                    <a:gd name="connsiteX5" fmla="*/ 354199 w 1066266"/>
                    <a:gd name="connsiteY5" fmla="*/ 503783 h 1066266"/>
                    <a:gd name="connsiteX6" fmla="*/ 18342 w 1066266"/>
                    <a:gd name="connsiteY6" fmla="*/ 387679 h 1066266"/>
                    <a:gd name="connsiteX7" fmla="*/ 38430 w 1066266"/>
                    <a:gd name="connsiteY7" fmla="*/ 329571 h 1066266"/>
                    <a:gd name="connsiteX8" fmla="*/ 405880 w 1066266"/>
                    <a:gd name="connsiteY8" fmla="*/ 456596 h 1066266"/>
                    <a:gd name="connsiteX9" fmla="*/ 121431 w 1066266"/>
                    <a:gd name="connsiteY9" fmla="*/ 191807 h 1066266"/>
                    <a:gd name="connsiteX10" fmla="*/ 163323 w 1066266"/>
                    <a:gd name="connsiteY10" fmla="*/ 146806 h 1066266"/>
                    <a:gd name="connsiteX11" fmla="*/ 433421 w 1066266"/>
                    <a:gd name="connsiteY11" fmla="*/ 398236 h 1066266"/>
                    <a:gd name="connsiteX12" fmla="*/ 272125 w 1066266"/>
                    <a:gd name="connsiteY12" fmla="*/ 66504 h 1066266"/>
                    <a:gd name="connsiteX13" fmla="*/ 327418 w 1066266"/>
                    <a:gd name="connsiteY13" fmla="*/ 39620 h 1066266"/>
                    <a:gd name="connsiteX14" fmla="*/ 501705 w 1066266"/>
                    <a:gd name="connsiteY14" fmla="*/ 398071 h 1066266"/>
                    <a:gd name="connsiteX15" fmla="*/ 501705 w 1066266"/>
                    <a:gd name="connsiteY15" fmla="*/ 0 h 1066266"/>
                    <a:gd name="connsiteX16" fmla="*/ 563187 w 1066266"/>
                    <a:gd name="connsiteY16" fmla="*/ 0 h 1066266"/>
                    <a:gd name="connsiteX17" fmla="*/ 563187 w 1066266"/>
                    <a:gd name="connsiteY17" fmla="*/ 353015 h 1066266"/>
                    <a:gd name="connsiteX18" fmla="*/ 678799 w 1066266"/>
                    <a:gd name="connsiteY18" fmla="*/ 18581 h 1066266"/>
                    <a:gd name="connsiteX19" fmla="*/ 736907 w 1066266"/>
                    <a:gd name="connsiteY19" fmla="*/ 38668 h 1066266"/>
                    <a:gd name="connsiteX20" fmla="*/ 609787 w 1066266"/>
                    <a:gd name="connsiteY20" fmla="*/ 406393 h 1066266"/>
                    <a:gd name="connsiteX21" fmla="*/ 874964 w 1066266"/>
                    <a:gd name="connsiteY21" fmla="*/ 121527 h 1066266"/>
                    <a:gd name="connsiteX22" fmla="*/ 919966 w 1066266"/>
                    <a:gd name="connsiteY22" fmla="*/ 163419 h 1066266"/>
                    <a:gd name="connsiteX23" fmla="*/ 668332 w 1066266"/>
                    <a:gd name="connsiteY23" fmla="*/ 433736 h 1066266"/>
                    <a:gd name="connsiteX24" fmla="*/ 999455 w 1066266"/>
                    <a:gd name="connsiteY24" fmla="*/ 272736 h 1066266"/>
                    <a:gd name="connsiteX25" fmla="*/ 1026339 w 1066266"/>
                    <a:gd name="connsiteY25" fmla="*/ 328029 h 1066266"/>
                    <a:gd name="connsiteX26" fmla="*/ 664870 w 1066266"/>
                    <a:gd name="connsiteY26" fmla="*/ 503783 h 1066266"/>
                    <a:gd name="connsiteX27" fmla="*/ 1066266 w 1066266"/>
                    <a:gd name="connsiteY27" fmla="*/ 503783 h 1066266"/>
                    <a:gd name="connsiteX28" fmla="*/ 1066266 w 1066266"/>
                    <a:gd name="connsiteY28" fmla="*/ 565264 h 1066266"/>
                    <a:gd name="connsiteX29" fmla="*/ 720226 w 1066266"/>
                    <a:gd name="connsiteY29" fmla="*/ 565264 h 1066266"/>
                    <a:gd name="connsiteX30" fmla="*/ 1046179 w 1066266"/>
                    <a:gd name="connsiteY30" fmla="*/ 677944 h 1066266"/>
                    <a:gd name="connsiteX31" fmla="*/ 1026092 w 1066266"/>
                    <a:gd name="connsiteY31" fmla="*/ 736052 h 1066266"/>
                    <a:gd name="connsiteX32" fmla="*/ 660583 w 1066266"/>
                    <a:gd name="connsiteY32" fmla="*/ 609698 h 1066266"/>
                    <a:gd name="connsiteX33" fmla="*/ 943774 w 1066266"/>
                    <a:gd name="connsiteY33" fmla="*/ 873317 h 1066266"/>
                    <a:gd name="connsiteX34" fmla="*/ 901883 w 1066266"/>
                    <a:gd name="connsiteY34" fmla="*/ 918318 h 1066266"/>
                    <a:gd name="connsiteX35" fmla="*/ 632926 w 1066266"/>
                    <a:gd name="connsiteY35" fmla="*/ 667950 h 1066266"/>
                    <a:gd name="connsiteX36" fmla="*/ 793668 w 1066266"/>
                    <a:gd name="connsiteY36" fmla="*/ 998544 h 1066266"/>
                    <a:gd name="connsiteX37" fmla="*/ 738375 w 1066266"/>
                    <a:gd name="connsiteY37" fmla="*/ 1025428 h 1066266"/>
                    <a:gd name="connsiteX38" fmla="*/ 563187 w 1066266"/>
                    <a:gd name="connsiteY38" fmla="*/ 665124 h 1066266"/>
                    <a:gd name="connsiteX39" fmla="*/ 563187 w 1066266"/>
                    <a:gd name="connsiteY39" fmla="*/ 1066266 h 1066266"/>
                    <a:gd name="connsiteX40" fmla="*/ 501705 w 1066266"/>
                    <a:gd name="connsiteY40" fmla="*/ 1066266 h 1066266"/>
                    <a:gd name="connsiteX41" fmla="*/ 501705 w 1066266"/>
                    <a:gd name="connsiteY41" fmla="*/ 719044 h 1066266"/>
                    <a:gd name="connsiteX42" fmla="*/ 388534 w 1066266"/>
                    <a:gd name="connsiteY42" fmla="*/ 1046418 h 1066266"/>
                    <a:gd name="connsiteX43" fmla="*/ 330426 w 1066266"/>
                    <a:gd name="connsiteY43" fmla="*/ 1026330 h 1066266"/>
                    <a:gd name="connsiteX44" fmla="*/ 456685 w 1066266"/>
                    <a:gd name="connsiteY44" fmla="*/ 661096 h 1066266"/>
                    <a:gd name="connsiteX45" fmla="*/ 193455 w 1066266"/>
                    <a:gd name="connsiteY45" fmla="*/ 943870 h 1066266"/>
                    <a:gd name="connsiteX46" fmla="*/ 148453 w 1066266"/>
                    <a:gd name="connsiteY46" fmla="*/ 901979 h 1066266"/>
                    <a:gd name="connsiteX47" fmla="*/ 398617 w 1066266"/>
                    <a:gd name="connsiteY47" fmla="*/ 633241 h 106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66266" h="1066266">
                      <a:moveTo>
                        <a:pt x="67415" y="794278"/>
                      </a:moveTo>
                      <a:lnTo>
                        <a:pt x="40531" y="738986"/>
                      </a:lnTo>
                      <a:lnTo>
                        <a:pt x="397821" y="565264"/>
                      </a:lnTo>
                      <a:lnTo>
                        <a:pt x="0" y="565264"/>
                      </a:lnTo>
                      <a:lnTo>
                        <a:pt x="0" y="503783"/>
                      </a:lnTo>
                      <a:lnTo>
                        <a:pt x="354199" y="503783"/>
                      </a:lnTo>
                      <a:lnTo>
                        <a:pt x="18342" y="387679"/>
                      </a:lnTo>
                      <a:lnTo>
                        <a:pt x="38430" y="329571"/>
                      </a:lnTo>
                      <a:lnTo>
                        <a:pt x="405880" y="456596"/>
                      </a:lnTo>
                      <a:lnTo>
                        <a:pt x="121431" y="191807"/>
                      </a:lnTo>
                      <a:lnTo>
                        <a:pt x="163323" y="146806"/>
                      </a:lnTo>
                      <a:lnTo>
                        <a:pt x="433421" y="398236"/>
                      </a:lnTo>
                      <a:lnTo>
                        <a:pt x="272125" y="66504"/>
                      </a:lnTo>
                      <a:lnTo>
                        <a:pt x="327418" y="39620"/>
                      </a:lnTo>
                      <a:lnTo>
                        <a:pt x="501705" y="398071"/>
                      </a:lnTo>
                      <a:lnTo>
                        <a:pt x="501705" y="0"/>
                      </a:lnTo>
                      <a:lnTo>
                        <a:pt x="563187" y="0"/>
                      </a:lnTo>
                      <a:lnTo>
                        <a:pt x="563187" y="353015"/>
                      </a:lnTo>
                      <a:lnTo>
                        <a:pt x="678799" y="18581"/>
                      </a:lnTo>
                      <a:lnTo>
                        <a:pt x="736907" y="38668"/>
                      </a:lnTo>
                      <a:lnTo>
                        <a:pt x="609787" y="406393"/>
                      </a:lnTo>
                      <a:lnTo>
                        <a:pt x="874964" y="121527"/>
                      </a:lnTo>
                      <a:lnTo>
                        <a:pt x="919966" y="163419"/>
                      </a:lnTo>
                      <a:lnTo>
                        <a:pt x="668332" y="433736"/>
                      </a:lnTo>
                      <a:lnTo>
                        <a:pt x="999455" y="272736"/>
                      </a:lnTo>
                      <a:lnTo>
                        <a:pt x="1026339" y="328029"/>
                      </a:lnTo>
                      <a:lnTo>
                        <a:pt x="664870" y="503783"/>
                      </a:lnTo>
                      <a:lnTo>
                        <a:pt x="1066266" y="503783"/>
                      </a:lnTo>
                      <a:lnTo>
                        <a:pt x="1066266" y="565264"/>
                      </a:lnTo>
                      <a:lnTo>
                        <a:pt x="720226" y="565264"/>
                      </a:lnTo>
                      <a:lnTo>
                        <a:pt x="1046179" y="677944"/>
                      </a:lnTo>
                      <a:lnTo>
                        <a:pt x="1026092" y="736052"/>
                      </a:lnTo>
                      <a:lnTo>
                        <a:pt x="660583" y="609698"/>
                      </a:lnTo>
                      <a:lnTo>
                        <a:pt x="943774" y="873317"/>
                      </a:lnTo>
                      <a:lnTo>
                        <a:pt x="901883" y="918318"/>
                      </a:lnTo>
                      <a:lnTo>
                        <a:pt x="632926" y="667950"/>
                      </a:lnTo>
                      <a:lnTo>
                        <a:pt x="793668" y="998544"/>
                      </a:lnTo>
                      <a:lnTo>
                        <a:pt x="738375" y="1025428"/>
                      </a:lnTo>
                      <a:lnTo>
                        <a:pt x="563187" y="665124"/>
                      </a:lnTo>
                      <a:lnTo>
                        <a:pt x="563187" y="1066266"/>
                      </a:lnTo>
                      <a:lnTo>
                        <a:pt x="501705" y="1066266"/>
                      </a:lnTo>
                      <a:lnTo>
                        <a:pt x="501705" y="719044"/>
                      </a:lnTo>
                      <a:lnTo>
                        <a:pt x="388534" y="1046418"/>
                      </a:lnTo>
                      <a:lnTo>
                        <a:pt x="330426" y="1026330"/>
                      </a:lnTo>
                      <a:lnTo>
                        <a:pt x="456685" y="661096"/>
                      </a:lnTo>
                      <a:lnTo>
                        <a:pt x="193455" y="943870"/>
                      </a:lnTo>
                      <a:lnTo>
                        <a:pt x="148453" y="901979"/>
                      </a:lnTo>
                      <a:lnTo>
                        <a:pt x="398617" y="633241"/>
                      </a:lnTo>
                      <a:close/>
                    </a:path>
                  </a:pathLst>
                </a:custGeom>
                <a:solidFill>
                  <a:srgbClr val="FFFFFF"/>
                </a:solidFill>
                <a:ln w="9525" cap="flat">
                  <a:noFill/>
                  <a:prstDash val="solid"/>
                  <a:miter/>
                </a:ln>
              </p:spPr>
              <p:txBody>
                <a:bodyPr rtlCol="0" anchor="ctr"/>
                <a:lstStyle/>
                <a:p>
                  <a:endParaRPr lang="zh-CN" altLang="en-US"/>
                </a:p>
              </p:txBody>
            </p:sp>
          </p:grpSp>
          <p:grpSp>
            <p:nvGrpSpPr>
              <p:cNvPr id="41" name="组合 40"/>
              <p:cNvGrpSpPr/>
              <p:nvPr/>
            </p:nvGrpSpPr>
            <p:grpSpPr>
              <a:xfrm>
                <a:off x="4948619" y="0"/>
                <a:ext cx="2556351" cy="1278124"/>
                <a:chOff x="4948619" y="0"/>
                <a:chExt cx="2705742" cy="1352816"/>
              </a:xfrm>
            </p:grpSpPr>
            <p:sp>
              <p:nvSpPr>
                <p:cNvPr id="14" name="任意多边形: 形状 13"/>
                <p:cNvSpPr/>
                <p:nvPr/>
              </p:nvSpPr>
              <p:spPr>
                <a:xfrm>
                  <a:off x="4948619" y="0"/>
                  <a:ext cx="2705742" cy="1352816"/>
                </a:xfrm>
                <a:custGeom>
                  <a:avLst/>
                  <a:gdLst>
                    <a:gd name="connsiteX0" fmla="*/ 1180052 w 2360008"/>
                    <a:gd name="connsiteY0" fmla="*/ 1179957 h 1179956"/>
                    <a:gd name="connsiteX1" fmla="*/ 2360009 w 2360008"/>
                    <a:gd name="connsiteY1" fmla="*/ 0 h 1179956"/>
                    <a:gd name="connsiteX2" fmla="*/ 1180052 w 2360008"/>
                    <a:gd name="connsiteY2" fmla="*/ 0 h 1179956"/>
                    <a:gd name="connsiteX3" fmla="*/ 0 w 2360008"/>
                    <a:gd name="connsiteY3" fmla="*/ 0 h 1179956"/>
                    <a:gd name="connsiteX4" fmla="*/ 1180052 w 2360008"/>
                    <a:gd name="connsiteY4" fmla="*/ 1179957 h 1179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008" h="1179956">
                      <a:moveTo>
                        <a:pt x="1180052" y="1179957"/>
                      </a:moveTo>
                      <a:lnTo>
                        <a:pt x="2360009" y="0"/>
                      </a:lnTo>
                      <a:lnTo>
                        <a:pt x="1180052" y="0"/>
                      </a:lnTo>
                      <a:lnTo>
                        <a:pt x="0" y="0"/>
                      </a:lnTo>
                      <a:lnTo>
                        <a:pt x="1180052" y="1179957"/>
                      </a:lnTo>
                      <a:close/>
                    </a:path>
                  </a:pathLst>
                </a:custGeom>
                <a:solidFill>
                  <a:schemeClr val="accent2"/>
                </a:solidFill>
                <a:ln w="9525" cap="flat">
                  <a:noFill/>
                  <a:prstDash val="solid"/>
                  <a:miter/>
                </a:ln>
              </p:spPr>
              <p:txBody>
                <a:bodyPr rtlCol="0" anchor="ctr"/>
                <a:lstStyle/>
                <a:p>
                  <a:endParaRPr lang="zh-CN" altLang="en-US"/>
                </a:p>
              </p:txBody>
            </p:sp>
            <p:sp>
              <p:nvSpPr>
                <p:cNvPr id="15" name="任意多边形: 形状 14"/>
                <p:cNvSpPr/>
                <p:nvPr/>
              </p:nvSpPr>
              <p:spPr>
                <a:xfrm>
                  <a:off x="5716759" y="0"/>
                  <a:ext cx="1169463" cy="584786"/>
                </a:xfrm>
                <a:custGeom>
                  <a:avLst/>
                  <a:gdLst>
                    <a:gd name="connsiteX0" fmla="*/ 510064 w 1020032"/>
                    <a:gd name="connsiteY0" fmla="*/ 510064 h 510063"/>
                    <a:gd name="connsiteX1" fmla="*/ 1020033 w 1020032"/>
                    <a:gd name="connsiteY1" fmla="*/ 0 h 510063"/>
                    <a:gd name="connsiteX2" fmla="*/ 510064 w 1020032"/>
                    <a:gd name="connsiteY2" fmla="*/ 0 h 510063"/>
                    <a:gd name="connsiteX3" fmla="*/ 0 w 1020032"/>
                    <a:gd name="connsiteY3" fmla="*/ 0 h 510063"/>
                    <a:gd name="connsiteX4" fmla="*/ 510064 w 1020032"/>
                    <a:gd name="connsiteY4" fmla="*/ 510064 h 510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0032" h="510063">
                      <a:moveTo>
                        <a:pt x="510064" y="510064"/>
                      </a:moveTo>
                      <a:lnTo>
                        <a:pt x="1020033" y="0"/>
                      </a:lnTo>
                      <a:lnTo>
                        <a:pt x="510064" y="0"/>
                      </a:lnTo>
                      <a:lnTo>
                        <a:pt x="0" y="0"/>
                      </a:lnTo>
                      <a:lnTo>
                        <a:pt x="510064" y="510064"/>
                      </a:lnTo>
                      <a:close/>
                    </a:path>
                  </a:pathLst>
                </a:custGeom>
                <a:solidFill>
                  <a:schemeClr val="accent3"/>
                </a:solidFill>
                <a:ln w="9525" cap="flat">
                  <a:noFill/>
                  <a:prstDash val="solid"/>
                  <a:miter/>
                </a:ln>
              </p:spPr>
              <p:txBody>
                <a:bodyPr rtlCol="0" anchor="ctr"/>
                <a:lstStyle/>
                <a:p>
                  <a:endParaRPr lang="zh-CN" altLang="en-US"/>
                </a:p>
              </p:txBody>
            </p:sp>
          </p:grpSp>
          <p:grpSp>
            <p:nvGrpSpPr>
              <p:cNvPr id="46" name="组合 45"/>
              <p:cNvGrpSpPr/>
              <p:nvPr/>
            </p:nvGrpSpPr>
            <p:grpSpPr>
              <a:xfrm>
                <a:off x="6263959" y="4420983"/>
                <a:ext cx="2063610" cy="2063610"/>
                <a:chOff x="5327534" y="4029959"/>
                <a:chExt cx="2326915" cy="2326915"/>
              </a:xfrm>
            </p:grpSpPr>
            <p:sp>
              <p:nvSpPr>
                <p:cNvPr id="25" name="任意多边形: 形状 24"/>
                <p:cNvSpPr/>
                <p:nvPr/>
              </p:nvSpPr>
              <p:spPr>
                <a:xfrm>
                  <a:off x="5626229" y="4328839"/>
                  <a:ext cx="1729352" cy="1729352"/>
                </a:xfrm>
                <a:custGeom>
                  <a:avLst/>
                  <a:gdLst>
                    <a:gd name="connsiteX0" fmla="*/ 1508379 w 1508379"/>
                    <a:gd name="connsiteY0" fmla="*/ 754189 h 1508379"/>
                    <a:gd name="connsiteX1" fmla="*/ 754190 w 1508379"/>
                    <a:gd name="connsiteY1" fmla="*/ 1508379 h 1508379"/>
                    <a:gd name="connsiteX2" fmla="*/ 0 w 1508379"/>
                    <a:gd name="connsiteY2" fmla="*/ 754190 h 1508379"/>
                    <a:gd name="connsiteX3" fmla="*/ 754190 w 1508379"/>
                    <a:gd name="connsiteY3" fmla="*/ 0 h 1508379"/>
                    <a:gd name="connsiteX4" fmla="*/ 1508379 w 1508379"/>
                    <a:gd name="connsiteY4" fmla="*/ 754189 h 150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79" h="1508379">
                      <a:moveTo>
                        <a:pt x="1508379" y="754189"/>
                      </a:moveTo>
                      <a:cubicBezTo>
                        <a:pt x="1508379" y="1170717"/>
                        <a:pt x="1170717" y="1508379"/>
                        <a:pt x="754190" y="1508379"/>
                      </a:cubicBezTo>
                      <a:cubicBezTo>
                        <a:pt x="337662" y="1508379"/>
                        <a:pt x="0" y="1170717"/>
                        <a:pt x="0" y="754190"/>
                      </a:cubicBezTo>
                      <a:cubicBezTo>
                        <a:pt x="0" y="337662"/>
                        <a:pt x="337662" y="0"/>
                        <a:pt x="754190" y="0"/>
                      </a:cubicBezTo>
                      <a:cubicBezTo>
                        <a:pt x="1170717" y="0"/>
                        <a:pt x="1508379" y="337662"/>
                        <a:pt x="1508379" y="754189"/>
                      </a:cubicBezTo>
                      <a:close/>
                    </a:path>
                  </a:pathLst>
                </a:custGeom>
                <a:noFill/>
                <a:ln w="19050" cap="flat">
                  <a:solidFill>
                    <a:schemeClr val="accent3"/>
                  </a:solidFill>
                  <a:prstDash val="solid"/>
                  <a:miter/>
                </a:ln>
              </p:spPr>
              <p:txBody>
                <a:bodyPr rtlCol="0" anchor="ctr"/>
                <a:lstStyle/>
                <a:p>
                  <a:endParaRPr lang="zh-CN" altLang="en-US"/>
                </a:p>
              </p:txBody>
            </p:sp>
            <p:sp>
              <p:nvSpPr>
                <p:cNvPr id="26" name="任意多边形: 形状 25"/>
                <p:cNvSpPr/>
                <p:nvPr/>
              </p:nvSpPr>
              <p:spPr>
                <a:xfrm rot="20357999">
                  <a:off x="5327534" y="4029959"/>
                  <a:ext cx="2326915" cy="2326915"/>
                </a:xfrm>
                <a:custGeom>
                  <a:avLst/>
                  <a:gdLst>
                    <a:gd name="connsiteX0" fmla="*/ 2029587 w 2029587"/>
                    <a:gd name="connsiteY0" fmla="*/ 1013863 h 2029587"/>
                    <a:gd name="connsiteX1" fmla="*/ 1014794 w 2029587"/>
                    <a:gd name="connsiteY1" fmla="*/ 2028657 h 2029587"/>
                    <a:gd name="connsiteX2" fmla="*/ 0 w 2029587"/>
                    <a:gd name="connsiteY2" fmla="*/ 1013863 h 2029587"/>
                    <a:gd name="connsiteX3" fmla="*/ 1014794 w 2029587"/>
                    <a:gd name="connsiteY3" fmla="*/ -930 h 2029587"/>
                    <a:gd name="connsiteX4" fmla="*/ 2029587 w 2029587"/>
                    <a:gd name="connsiteY4" fmla="*/ 1013863 h 2029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9587" h="2029587">
                      <a:moveTo>
                        <a:pt x="2029587" y="1013863"/>
                      </a:moveTo>
                      <a:cubicBezTo>
                        <a:pt x="2029587" y="1574319"/>
                        <a:pt x="1575248" y="2028657"/>
                        <a:pt x="1014794" y="2028657"/>
                      </a:cubicBezTo>
                      <a:cubicBezTo>
                        <a:pt x="454339" y="2028657"/>
                        <a:pt x="0" y="1574319"/>
                        <a:pt x="0" y="1013863"/>
                      </a:cubicBezTo>
                      <a:cubicBezTo>
                        <a:pt x="0" y="453408"/>
                        <a:pt x="454339" y="-930"/>
                        <a:pt x="1014794" y="-930"/>
                      </a:cubicBezTo>
                      <a:cubicBezTo>
                        <a:pt x="1575248" y="-930"/>
                        <a:pt x="2029587" y="453408"/>
                        <a:pt x="2029587" y="1013863"/>
                      </a:cubicBezTo>
                      <a:close/>
                    </a:path>
                  </a:pathLst>
                </a:custGeom>
                <a:noFill/>
                <a:ln w="19050" cap="flat">
                  <a:solidFill>
                    <a:schemeClr val="accent3"/>
                  </a:solidFill>
                  <a:prstDash val="solid"/>
                  <a:miter/>
                </a:ln>
              </p:spPr>
              <p:txBody>
                <a:bodyPr rtlCol="0" anchor="ctr"/>
                <a:lstStyle/>
                <a:p>
                  <a:endParaRPr lang="zh-CN" altLang="en-US"/>
                </a:p>
              </p:txBody>
            </p:sp>
            <p:sp>
              <p:nvSpPr>
                <p:cNvPr id="27" name="任意多边形: 形状 26"/>
                <p:cNvSpPr/>
                <p:nvPr/>
              </p:nvSpPr>
              <p:spPr>
                <a:xfrm>
                  <a:off x="5476838" y="4179448"/>
                  <a:ext cx="2028132" cy="2028133"/>
                </a:xfrm>
                <a:custGeom>
                  <a:avLst/>
                  <a:gdLst>
                    <a:gd name="connsiteX0" fmla="*/ 884491 w 1768982"/>
                    <a:gd name="connsiteY0" fmla="*/ 1768054 h 1768983"/>
                    <a:gd name="connsiteX1" fmla="*/ 0 w 1768982"/>
                    <a:gd name="connsiteY1" fmla="*/ 883562 h 1768983"/>
                    <a:gd name="connsiteX2" fmla="*/ 884491 w 1768982"/>
                    <a:gd name="connsiteY2" fmla="*/ -930 h 1768983"/>
                    <a:gd name="connsiteX3" fmla="*/ 1768983 w 1768982"/>
                    <a:gd name="connsiteY3" fmla="*/ 883562 h 1768983"/>
                    <a:gd name="connsiteX4" fmla="*/ 884491 w 1768982"/>
                    <a:gd name="connsiteY4" fmla="*/ 1768054 h 1768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82" h="1768983">
                      <a:moveTo>
                        <a:pt x="884491" y="1768054"/>
                      </a:moveTo>
                      <a:cubicBezTo>
                        <a:pt x="396002" y="1768054"/>
                        <a:pt x="0" y="1372099"/>
                        <a:pt x="0" y="883562"/>
                      </a:cubicBezTo>
                      <a:cubicBezTo>
                        <a:pt x="0" y="395025"/>
                        <a:pt x="396002" y="-930"/>
                        <a:pt x="884491" y="-930"/>
                      </a:cubicBezTo>
                      <a:cubicBezTo>
                        <a:pt x="1372981" y="-930"/>
                        <a:pt x="1768983" y="395025"/>
                        <a:pt x="1768983" y="883562"/>
                      </a:cubicBezTo>
                      <a:cubicBezTo>
                        <a:pt x="1768250" y="1371718"/>
                        <a:pt x="1372676" y="1767292"/>
                        <a:pt x="884491" y="1768054"/>
                      </a:cubicBezTo>
                      <a:close/>
                    </a:path>
                  </a:pathLst>
                </a:custGeom>
                <a:noFill/>
                <a:ln w="19050" cap="flat">
                  <a:solidFill>
                    <a:schemeClr val="accent3"/>
                  </a:solidFill>
                  <a:prstDash val="solid"/>
                  <a:miter/>
                </a:ln>
              </p:spPr>
              <p:txBody>
                <a:bodyPr rtlCol="0" anchor="ctr"/>
                <a:lstStyle/>
                <a:p>
                  <a:endParaRPr lang="zh-CN" altLang="en-US"/>
                </a:p>
              </p:txBody>
            </p:sp>
            <p:sp>
              <p:nvSpPr>
                <p:cNvPr id="28" name="任意多边形: 形状 27"/>
                <p:cNvSpPr/>
                <p:nvPr/>
              </p:nvSpPr>
              <p:spPr>
                <a:xfrm>
                  <a:off x="5626229" y="4328839"/>
                  <a:ext cx="1729352" cy="1729352"/>
                </a:xfrm>
                <a:custGeom>
                  <a:avLst/>
                  <a:gdLst>
                    <a:gd name="connsiteX0" fmla="*/ 1508379 w 1508379"/>
                    <a:gd name="connsiteY0" fmla="*/ 754189 h 1508379"/>
                    <a:gd name="connsiteX1" fmla="*/ 754190 w 1508379"/>
                    <a:gd name="connsiteY1" fmla="*/ 1508379 h 1508379"/>
                    <a:gd name="connsiteX2" fmla="*/ 0 w 1508379"/>
                    <a:gd name="connsiteY2" fmla="*/ 754190 h 1508379"/>
                    <a:gd name="connsiteX3" fmla="*/ 754190 w 1508379"/>
                    <a:gd name="connsiteY3" fmla="*/ 0 h 1508379"/>
                    <a:gd name="connsiteX4" fmla="*/ 1508379 w 1508379"/>
                    <a:gd name="connsiteY4" fmla="*/ 754189 h 150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79" h="1508379">
                      <a:moveTo>
                        <a:pt x="1508379" y="754189"/>
                      </a:moveTo>
                      <a:cubicBezTo>
                        <a:pt x="1508379" y="1170717"/>
                        <a:pt x="1170717" y="1508379"/>
                        <a:pt x="754190" y="1508379"/>
                      </a:cubicBezTo>
                      <a:cubicBezTo>
                        <a:pt x="337662" y="1508379"/>
                        <a:pt x="0" y="1170717"/>
                        <a:pt x="0" y="754190"/>
                      </a:cubicBezTo>
                      <a:cubicBezTo>
                        <a:pt x="0" y="337662"/>
                        <a:pt x="337662" y="0"/>
                        <a:pt x="754190" y="0"/>
                      </a:cubicBezTo>
                      <a:cubicBezTo>
                        <a:pt x="1170717" y="0"/>
                        <a:pt x="1508379" y="337662"/>
                        <a:pt x="1508379" y="754189"/>
                      </a:cubicBezTo>
                      <a:close/>
                    </a:path>
                  </a:pathLst>
                </a:custGeom>
                <a:noFill/>
                <a:ln w="19050" cap="flat">
                  <a:solidFill>
                    <a:schemeClr val="accent3"/>
                  </a:solidFill>
                  <a:prstDash val="solid"/>
                  <a:miter/>
                </a:ln>
              </p:spPr>
              <p:txBody>
                <a:bodyPr rtlCol="0" anchor="ctr"/>
                <a:lstStyle/>
                <a:p>
                  <a:endParaRPr lang="zh-CN" altLang="en-US"/>
                </a:p>
              </p:txBody>
            </p:sp>
            <p:sp>
              <p:nvSpPr>
                <p:cNvPr id="29" name="任意多边形: 形状 28"/>
                <p:cNvSpPr/>
                <p:nvPr/>
              </p:nvSpPr>
              <p:spPr>
                <a:xfrm rot="18900000">
                  <a:off x="5786680" y="4489266"/>
                  <a:ext cx="1408510" cy="1408510"/>
                </a:xfrm>
                <a:custGeom>
                  <a:avLst/>
                  <a:gdLst>
                    <a:gd name="connsiteX0" fmla="*/ 1228535 w 1228534"/>
                    <a:gd name="connsiteY0" fmla="*/ 613337 h 1228534"/>
                    <a:gd name="connsiteX1" fmla="*/ 614267 w 1228534"/>
                    <a:gd name="connsiteY1" fmla="*/ 1227605 h 1228534"/>
                    <a:gd name="connsiteX2" fmla="*/ 0 w 1228534"/>
                    <a:gd name="connsiteY2" fmla="*/ 613337 h 1228534"/>
                    <a:gd name="connsiteX3" fmla="*/ 614267 w 1228534"/>
                    <a:gd name="connsiteY3" fmla="*/ -930 h 1228534"/>
                    <a:gd name="connsiteX4" fmla="*/ 1228535 w 1228534"/>
                    <a:gd name="connsiteY4" fmla="*/ 613337 h 1228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534" h="1228534">
                      <a:moveTo>
                        <a:pt x="1228535" y="613337"/>
                      </a:moveTo>
                      <a:cubicBezTo>
                        <a:pt x="1228535" y="952588"/>
                        <a:pt x="953518" y="1227605"/>
                        <a:pt x="614267" y="1227605"/>
                      </a:cubicBezTo>
                      <a:cubicBezTo>
                        <a:pt x="275017" y="1227605"/>
                        <a:pt x="0" y="952588"/>
                        <a:pt x="0" y="613337"/>
                      </a:cubicBezTo>
                      <a:cubicBezTo>
                        <a:pt x="0" y="274087"/>
                        <a:pt x="275017" y="-930"/>
                        <a:pt x="614267" y="-930"/>
                      </a:cubicBezTo>
                      <a:cubicBezTo>
                        <a:pt x="953518" y="-930"/>
                        <a:pt x="1228535" y="274087"/>
                        <a:pt x="1228535" y="613337"/>
                      </a:cubicBezTo>
                      <a:close/>
                    </a:path>
                  </a:pathLst>
                </a:custGeom>
                <a:noFill/>
                <a:ln w="19050" cap="flat">
                  <a:solidFill>
                    <a:schemeClr val="accent3"/>
                  </a:solidFill>
                  <a:prstDash val="solid"/>
                  <a:miter/>
                </a:ln>
              </p:spPr>
              <p:txBody>
                <a:bodyPr rtlCol="0" anchor="ctr"/>
                <a:lstStyle/>
                <a:p>
                  <a:endParaRPr lang="zh-CN" altLang="en-US"/>
                </a:p>
              </p:txBody>
            </p:sp>
            <p:sp>
              <p:nvSpPr>
                <p:cNvPr id="30" name="任意多边形: 形状 29"/>
                <p:cNvSpPr/>
                <p:nvPr/>
              </p:nvSpPr>
              <p:spPr>
                <a:xfrm>
                  <a:off x="5933528" y="4636138"/>
                  <a:ext cx="1114751" cy="1114753"/>
                </a:xfrm>
                <a:custGeom>
                  <a:avLst/>
                  <a:gdLst>
                    <a:gd name="connsiteX0" fmla="*/ 972312 w 972311"/>
                    <a:gd name="connsiteY0" fmla="*/ 486156 h 972312"/>
                    <a:gd name="connsiteX1" fmla="*/ 486156 w 972311"/>
                    <a:gd name="connsiteY1" fmla="*/ 972312 h 972312"/>
                    <a:gd name="connsiteX2" fmla="*/ 0 w 972311"/>
                    <a:gd name="connsiteY2" fmla="*/ 486156 h 972312"/>
                    <a:gd name="connsiteX3" fmla="*/ 486156 w 972311"/>
                    <a:gd name="connsiteY3" fmla="*/ 0 h 972312"/>
                    <a:gd name="connsiteX4" fmla="*/ 972312 w 972311"/>
                    <a:gd name="connsiteY4" fmla="*/ 486156 h 972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11" h="972312">
                      <a:moveTo>
                        <a:pt x="972312" y="486156"/>
                      </a:moveTo>
                      <a:cubicBezTo>
                        <a:pt x="972312" y="754652"/>
                        <a:pt x="754652" y="972312"/>
                        <a:pt x="486156" y="972312"/>
                      </a:cubicBezTo>
                      <a:cubicBezTo>
                        <a:pt x="217660" y="972312"/>
                        <a:pt x="0" y="754653"/>
                        <a:pt x="0" y="486156"/>
                      </a:cubicBezTo>
                      <a:cubicBezTo>
                        <a:pt x="0" y="217659"/>
                        <a:pt x="217660" y="0"/>
                        <a:pt x="486156" y="0"/>
                      </a:cubicBezTo>
                      <a:cubicBezTo>
                        <a:pt x="754652" y="0"/>
                        <a:pt x="972312" y="217659"/>
                        <a:pt x="972312" y="486156"/>
                      </a:cubicBezTo>
                      <a:close/>
                    </a:path>
                  </a:pathLst>
                </a:custGeom>
                <a:noFill/>
                <a:ln w="19050" cap="flat">
                  <a:solidFill>
                    <a:schemeClr val="accent3"/>
                  </a:solidFill>
                  <a:prstDash val="solid"/>
                  <a:miter/>
                </a:ln>
              </p:spPr>
              <p:txBody>
                <a:bodyPr rtlCol="0" anchor="ctr"/>
                <a:lstStyle/>
                <a:p>
                  <a:endParaRPr lang="zh-CN" altLang="en-US"/>
                </a:p>
              </p:txBody>
            </p:sp>
          </p:grpSp>
          <p:sp>
            <p:nvSpPr>
              <p:cNvPr id="31" name="任意多边形: 形状 30"/>
              <p:cNvSpPr/>
              <p:nvPr/>
            </p:nvSpPr>
            <p:spPr>
              <a:xfrm>
                <a:off x="11046233" y="4660382"/>
                <a:ext cx="61481" cy="1066265"/>
              </a:xfrm>
              <a:custGeom>
                <a:avLst/>
                <a:gdLst>
                  <a:gd name="connsiteX0" fmla="*/ 0 w 53625"/>
                  <a:gd name="connsiteY0" fmla="*/ 0 h 930020"/>
                  <a:gd name="connsiteX1" fmla="*/ 53625 w 53625"/>
                  <a:gd name="connsiteY1" fmla="*/ 0 h 930020"/>
                  <a:gd name="connsiteX2" fmla="*/ 53625 w 53625"/>
                  <a:gd name="connsiteY2" fmla="*/ 930021 h 930020"/>
                  <a:gd name="connsiteX3" fmla="*/ 0 w 53625"/>
                  <a:gd name="connsiteY3" fmla="*/ 930021 h 930020"/>
                </a:gdLst>
                <a:ahLst/>
                <a:cxnLst>
                  <a:cxn ang="0">
                    <a:pos x="connsiteX0" y="connsiteY0"/>
                  </a:cxn>
                  <a:cxn ang="0">
                    <a:pos x="connsiteX1" y="connsiteY1"/>
                  </a:cxn>
                  <a:cxn ang="0">
                    <a:pos x="connsiteX2" y="connsiteY2"/>
                  </a:cxn>
                  <a:cxn ang="0">
                    <a:pos x="connsiteX3" y="connsiteY3"/>
                  </a:cxn>
                </a:cxnLst>
                <a:rect l="l" t="t" r="r" b="b"/>
                <a:pathLst>
                  <a:path w="53625" h="930020">
                    <a:moveTo>
                      <a:pt x="0" y="0"/>
                    </a:moveTo>
                    <a:lnTo>
                      <a:pt x="53625" y="0"/>
                    </a:lnTo>
                    <a:lnTo>
                      <a:pt x="53625" y="930021"/>
                    </a:lnTo>
                    <a:lnTo>
                      <a:pt x="0" y="930021"/>
                    </a:lnTo>
                    <a:close/>
                  </a:path>
                </a:pathLst>
              </a:custGeom>
              <a:solidFill>
                <a:srgbClr val="FFFFFF"/>
              </a:solidFill>
              <a:ln w="9525" cap="flat">
                <a:noFill/>
                <a:prstDash val="solid"/>
                <a:miter/>
              </a:ln>
            </p:spPr>
            <p:txBody>
              <a:bodyPr rtlCol="0" anchor="ctr"/>
              <a:lstStyle/>
              <a:p>
                <a:endParaRPr lang="zh-CN" altLang="en-US"/>
              </a:p>
            </p:txBody>
          </p:sp>
          <p:sp>
            <p:nvSpPr>
              <p:cNvPr id="32" name="任意多边形: 形状 31"/>
              <p:cNvSpPr/>
              <p:nvPr/>
            </p:nvSpPr>
            <p:spPr>
              <a:xfrm rot="5400000">
                <a:off x="11046178" y="4660327"/>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sp>
            <p:nvSpPr>
              <p:cNvPr id="33" name="任意多边形: 形状 32"/>
              <p:cNvSpPr/>
              <p:nvPr/>
            </p:nvSpPr>
            <p:spPr>
              <a:xfrm rot="2700000">
                <a:off x="11046424" y="4660446"/>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sp>
            <p:nvSpPr>
              <p:cNvPr id="34" name="任意多边形: 形状 33"/>
              <p:cNvSpPr/>
              <p:nvPr/>
            </p:nvSpPr>
            <p:spPr>
              <a:xfrm rot="8100000">
                <a:off x="11046222" y="4660300"/>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sp>
            <p:nvSpPr>
              <p:cNvPr id="35" name="任意多边形: 形状 34"/>
              <p:cNvSpPr/>
              <p:nvPr/>
            </p:nvSpPr>
            <p:spPr>
              <a:xfrm rot="4132802">
                <a:off x="11046678" y="4660618"/>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sp>
            <p:nvSpPr>
              <p:cNvPr id="36" name="任意多边形: 形状 35"/>
              <p:cNvSpPr/>
              <p:nvPr/>
            </p:nvSpPr>
            <p:spPr>
              <a:xfrm rot="9532802">
                <a:off x="11046160" y="4660445"/>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sp>
            <p:nvSpPr>
              <p:cNvPr id="37" name="任意多边形: 形状 36"/>
              <p:cNvSpPr/>
              <p:nvPr/>
            </p:nvSpPr>
            <p:spPr>
              <a:xfrm rot="1555201">
                <a:off x="11047782" y="4660069"/>
                <a:ext cx="61481" cy="1066265"/>
              </a:xfrm>
              <a:custGeom>
                <a:avLst/>
                <a:gdLst>
                  <a:gd name="connsiteX0" fmla="*/ 0 w 53625"/>
                  <a:gd name="connsiteY0" fmla="*/ -930 h 930020"/>
                  <a:gd name="connsiteX1" fmla="*/ 53626 w 53625"/>
                  <a:gd name="connsiteY1" fmla="*/ -930 h 930020"/>
                  <a:gd name="connsiteX2" fmla="*/ 53626 w 53625"/>
                  <a:gd name="connsiteY2" fmla="*/ 929091 h 930020"/>
                  <a:gd name="connsiteX3" fmla="*/ 0 w 53625"/>
                  <a:gd name="connsiteY3" fmla="*/ 929091 h 930020"/>
                </a:gdLst>
                <a:ahLst/>
                <a:cxnLst>
                  <a:cxn ang="0">
                    <a:pos x="connsiteX0" y="connsiteY0"/>
                  </a:cxn>
                  <a:cxn ang="0">
                    <a:pos x="connsiteX1" y="connsiteY1"/>
                  </a:cxn>
                  <a:cxn ang="0">
                    <a:pos x="connsiteX2" y="connsiteY2"/>
                  </a:cxn>
                  <a:cxn ang="0">
                    <a:pos x="connsiteX3" y="connsiteY3"/>
                  </a:cxn>
                </a:cxnLst>
                <a:rect l="l" t="t" r="r" b="b"/>
                <a:pathLst>
                  <a:path w="53625" h="930020">
                    <a:moveTo>
                      <a:pt x="0" y="-930"/>
                    </a:moveTo>
                    <a:lnTo>
                      <a:pt x="53626" y="-930"/>
                    </a:lnTo>
                    <a:lnTo>
                      <a:pt x="53626" y="929091"/>
                    </a:lnTo>
                    <a:lnTo>
                      <a:pt x="0" y="929091"/>
                    </a:lnTo>
                    <a:close/>
                  </a:path>
                </a:pathLst>
              </a:custGeom>
              <a:solidFill>
                <a:srgbClr val="FFFFFF"/>
              </a:solidFill>
              <a:ln w="9525" cap="flat">
                <a:noFill/>
                <a:prstDash val="solid"/>
                <a:miter/>
              </a:ln>
            </p:spPr>
            <p:txBody>
              <a:bodyPr rtlCol="0" anchor="ctr"/>
              <a:lstStyle/>
              <a:p>
                <a:endParaRPr lang="zh-CN" altLang="en-US"/>
              </a:p>
            </p:txBody>
          </p:sp>
          <p:sp>
            <p:nvSpPr>
              <p:cNvPr id="38" name="任意多边形: 形状 37"/>
              <p:cNvSpPr/>
              <p:nvPr/>
            </p:nvSpPr>
            <p:spPr>
              <a:xfrm rot="6955801">
                <a:off x="11045884" y="4658884"/>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grpSp>
      </p:grpSp>
      <p:sp>
        <p:nvSpPr>
          <p:cNvPr id="2" name="标题 1"/>
          <p:cNvSpPr>
            <a:spLocks noGrp="1"/>
          </p:cNvSpPr>
          <p:nvPr>
            <p:ph type="ctrTitle" hasCustomPrompt="1"/>
          </p:nvPr>
        </p:nvSpPr>
        <p:spPr>
          <a:xfrm>
            <a:off x="958850" y="1130300"/>
            <a:ext cx="6489540" cy="2579605"/>
          </a:xfrm>
        </p:spPr>
        <p:txBody>
          <a:bodyPr wrap="square" anchor="b">
            <a:noAutofit/>
          </a:bodyPr>
          <a:lstStyle>
            <a:lvl1pPr algn="l">
              <a:defRPr sz="5400">
                <a:solidFill>
                  <a:schemeClr val="tx1"/>
                </a:solidFill>
              </a:defRPr>
            </a:lvl1pPr>
          </a:lstStyle>
          <a:p>
            <a:pPr lvl="0"/>
            <a:r>
              <a:rPr lang="en-US"/>
              <a:t>Click to add title</a:t>
            </a:r>
          </a:p>
        </p:txBody>
      </p:sp>
      <p:sp>
        <p:nvSpPr>
          <p:cNvPr id="3" name="副标题 2"/>
          <p:cNvSpPr>
            <a:spLocks noGrp="1"/>
          </p:cNvSpPr>
          <p:nvPr>
            <p:ph type="subTitle" idx="1" hasCustomPrompt="1"/>
          </p:nvPr>
        </p:nvSpPr>
        <p:spPr>
          <a:xfrm>
            <a:off x="958850" y="3780057"/>
            <a:ext cx="6489540" cy="872982"/>
          </a:xfrm>
        </p:spPr>
        <p:txBody>
          <a:bodyPr wrap="square">
            <a:normAutofit/>
          </a:bodyPr>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add subtitle</a:t>
            </a:r>
          </a:p>
        </p:txBody>
      </p:sp>
      <p:sp>
        <p:nvSpPr>
          <p:cNvPr id="4" name="文本占位符 3"/>
          <p:cNvSpPr>
            <a:spLocks noGrp="1"/>
          </p:cNvSpPr>
          <p:nvPr>
            <p:ph type="body" sz="quarter" idx="13" hasCustomPrompt="1"/>
          </p:nvPr>
        </p:nvSpPr>
        <p:spPr>
          <a:xfrm>
            <a:off x="958849" y="4954751"/>
            <a:ext cx="6489540" cy="358361"/>
          </a:xfrm>
        </p:spPr>
        <p:txBody>
          <a:bodyPr wrap="square" anchor="ctr">
            <a:normAutofit/>
          </a:bodyPr>
          <a:lstStyle>
            <a:lvl1pPr marL="0" indent="0" algn="l">
              <a:buNone/>
              <a:defRPr sz="1200">
                <a:solidFill>
                  <a:schemeClr val="tx1"/>
                </a:solidFill>
              </a:defRPr>
            </a:lvl1pPr>
          </a:lstStyle>
          <a:p>
            <a:pPr lvl="0"/>
            <a:r>
              <a:rPr lang="en-US"/>
              <a:t>Presenter name</a:t>
            </a:r>
          </a:p>
        </p:txBody>
      </p:sp>
      <p:sp>
        <p:nvSpPr>
          <p:cNvPr id="5" name="文本占位符 4"/>
          <p:cNvSpPr>
            <a:spLocks noGrp="1"/>
          </p:cNvSpPr>
          <p:nvPr>
            <p:ph type="body" sz="quarter" idx="14" hasCustomPrompt="1"/>
          </p:nvPr>
        </p:nvSpPr>
        <p:spPr>
          <a:xfrm>
            <a:off x="958849" y="5313112"/>
            <a:ext cx="6489540" cy="358361"/>
          </a:xfrm>
        </p:spPr>
        <p:txBody>
          <a:bodyPr wrap="square" anchor="ctr">
            <a:normAutofit/>
          </a:bodyPr>
          <a:lstStyle>
            <a:lvl1pPr marL="0" indent="0" algn="l">
              <a:buNone/>
              <a:defRPr sz="1200">
                <a:solidFill>
                  <a:schemeClr val="tx1"/>
                </a:solidFill>
              </a:defRPr>
            </a:lvl1pPr>
          </a:lstStyle>
          <a:p>
            <a:pPr lvl="0"/>
            <a:r>
              <a:rPr lang="en-US"/>
              <a:t>www.officeplus.cn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内容占位符 2"/>
          <p:cNvSpPr>
            <a:spLocks noGrp="1"/>
          </p:cNvSpPr>
          <p:nvPr>
            <p:ph idx="1" hasCustomPrompt="1"/>
          </p:nvPr>
        </p:nvSpPr>
        <p:spPr>
          <a:xfrm>
            <a:off x="660400" y="1130300"/>
            <a:ext cx="10858500" cy="5003800"/>
          </a:xfrm>
        </p:spPr>
        <p:txBody>
          <a:bodyPr/>
          <a:lstStyle>
            <a:lvl1pPr marL="342900" indent="-342900">
              <a:buFont typeface="+mj-lt"/>
              <a:buAutoNum type="arabicPeriod"/>
              <a:defRPr/>
            </a:lvl1pPr>
            <a:lvl2pPr marL="800100" indent="-342900">
              <a:buFont typeface="+mj-lt"/>
              <a:buAutoNum type="arabicPeriod"/>
              <a:defRPr/>
            </a:lvl2pPr>
            <a:lvl3pPr marL="1257300" indent="-342900">
              <a:buFont typeface="+mj-lt"/>
              <a:buAutoNum type="arabicPeriod"/>
              <a:defRPr/>
            </a:lvl3pPr>
            <a:lvl4pPr>
              <a:buFont typeface="+mj-lt"/>
              <a:buAutoNum type="arabicPeriod"/>
              <a:defRPr/>
            </a:lvl4pPr>
            <a:lvl5pPr>
              <a:buFont typeface="+mj-lt"/>
              <a:buAutoNum type="arabicPeriod"/>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grpSp>
        <p:nvGrpSpPr>
          <p:cNvPr id="44" name="组合 43"/>
          <p:cNvGrpSpPr/>
          <p:nvPr/>
        </p:nvGrpSpPr>
        <p:grpSpPr>
          <a:xfrm>
            <a:off x="660399" y="0"/>
            <a:ext cx="11531601" cy="6858000"/>
            <a:chOff x="660399" y="0"/>
            <a:chExt cx="11531601" cy="6858000"/>
          </a:xfrm>
        </p:grpSpPr>
        <p:grpSp>
          <p:nvGrpSpPr>
            <p:cNvPr id="41" name="组合 40"/>
            <p:cNvGrpSpPr/>
            <p:nvPr/>
          </p:nvGrpSpPr>
          <p:grpSpPr>
            <a:xfrm>
              <a:off x="7120604" y="2548319"/>
              <a:ext cx="5071396" cy="4309681"/>
              <a:chOff x="6918419" y="2334415"/>
              <a:chExt cx="5071396" cy="4309681"/>
            </a:xfrm>
          </p:grpSpPr>
          <p:sp>
            <p:nvSpPr>
              <p:cNvPr id="11" name="任意多边形: 形状 10"/>
              <p:cNvSpPr/>
              <p:nvPr/>
            </p:nvSpPr>
            <p:spPr>
              <a:xfrm>
                <a:off x="7209598" y="3281772"/>
                <a:ext cx="3483863" cy="1453610"/>
              </a:xfrm>
              <a:custGeom>
                <a:avLst/>
                <a:gdLst>
                  <a:gd name="connsiteX0" fmla="*/ 2757012 w 3483863"/>
                  <a:gd name="connsiteY0" fmla="*/ 0 h 1453610"/>
                  <a:gd name="connsiteX1" fmla="*/ 3483864 w 3483863"/>
                  <a:gd name="connsiteY1" fmla="*/ 0 h 1453610"/>
                  <a:gd name="connsiteX2" fmla="*/ 3483864 w 3483863"/>
                  <a:gd name="connsiteY2" fmla="*/ 1453610 h 1453610"/>
                  <a:gd name="connsiteX3" fmla="*/ 2757012 w 3483863"/>
                  <a:gd name="connsiteY3" fmla="*/ 1453610 h 1453610"/>
                  <a:gd name="connsiteX4" fmla="*/ 726853 w 3483863"/>
                  <a:gd name="connsiteY4" fmla="*/ 1453610 h 1453610"/>
                  <a:gd name="connsiteX5" fmla="*/ 0 w 3483863"/>
                  <a:gd name="connsiteY5" fmla="*/ 1453610 h 1453610"/>
                  <a:gd name="connsiteX6" fmla="*/ 0 w 3483863"/>
                  <a:gd name="connsiteY6" fmla="*/ 0 h 1453610"/>
                  <a:gd name="connsiteX7" fmla="*/ 726853 w 3483863"/>
                  <a:gd name="connsiteY7" fmla="*/ 0 h 1453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3863" h="1453610">
                    <a:moveTo>
                      <a:pt x="2757012" y="0"/>
                    </a:moveTo>
                    <a:cubicBezTo>
                      <a:pt x="3158441" y="0"/>
                      <a:pt x="3483864" y="0"/>
                      <a:pt x="3483864" y="0"/>
                    </a:cubicBezTo>
                    <a:lnTo>
                      <a:pt x="3483864" y="1453610"/>
                    </a:lnTo>
                    <a:cubicBezTo>
                      <a:pt x="3483864" y="1453610"/>
                      <a:pt x="3158441" y="1453610"/>
                      <a:pt x="2757012" y="1453610"/>
                    </a:cubicBezTo>
                    <a:lnTo>
                      <a:pt x="726853" y="1453610"/>
                    </a:lnTo>
                    <a:cubicBezTo>
                      <a:pt x="325423" y="1453610"/>
                      <a:pt x="0" y="1453610"/>
                      <a:pt x="0" y="1453610"/>
                    </a:cubicBezTo>
                    <a:lnTo>
                      <a:pt x="0" y="0"/>
                    </a:lnTo>
                    <a:cubicBezTo>
                      <a:pt x="0" y="0"/>
                      <a:pt x="325423" y="0"/>
                      <a:pt x="726853" y="0"/>
                    </a:cubicBezTo>
                    <a:close/>
                  </a:path>
                </a:pathLst>
              </a:custGeom>
              <a:solidFill>
                <a:srgbClr val="FBE7D0"/>
              </a:solidFill>
              <a:ln w="9525" cap="flat">
                <a:noFill/>
                <a:prstDash val="solid"/>
                <a:miter/>
              </a:ln>
            </p:spPr>
            <p:txBody>
              <a:bodyPr rtlCol="0" anchor="ctr"/>
              <a:lstStyle/>
              <a:p>
                <a:endParaRPr lang="zh-CN" altLang="en-US"/>
              </a:p>
            </p:txBody>
          </p:sp>
          <p:sp>
            <p:nvSpPr>
              <p:cNvPr id="12" name="任意多边形: 形状 11"/>
              <p:cNvSpPr/>
              <p:nvPr/>
            </p:nvSpPr>
            <p:spPr>
              <a:xfrm>
                <a:off x="8266587" y="2597400"/>
                <a:ext cx="2822447" cy="2822448"/>
              </a:xfrm>
              <a:custGeom>
                <a:avLst/>
                <a:gdLst>
                  <a:gd name="connsiteX0" fmla="*/ 2822448 w 2822447"/>
                  <a:gd name="connsiteY0" fmla="*/ 1411224 h 2822448"/>
                  <a:gd name="connsiteX1" fmla="*/ 1411224 w 2822447"/>
                  <a:gd name="connsiteY1" fmla="*/ 2822448 h 2822448"/>
                  <a:gd name="connsiteX2" fmla="*/ 0 w 2822447"/>
                  <a:gd name="connsiteY2" fmla="*/ 1411224 h 2822448"/>
                  <a:gd name="connsiteX3" fmla="*/ 1411224 w 2822447"/>
                  <a:gd name="connsiteY3" fmla="*/ 0 h 2822448"/>
                  <a:gd name="connsiteX4" fmla="*/ 2822448 w 2822447"/>
                  <a:gd name="connsiteY4" fmla="*/ 1411224 h 282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2447" h="2822448">
                    <a:moveTo>
                      <a:pt x="2822448" y="1411224"/>
                    </a:moveTo>
                    <a:cubicBezTo>
                      <a:pt x="2822448" y="2190622"/>
                      <a:pt x="2190622" y="2822448"/>
                      <a:pt x="1411224" y="2822448"/>
                    </a:cubicBezTo>
                    <a:cubicBezTo>
                      <a:pt x="631827" y="2822448"/>
                      <a:pt x="0" y="2190622"/>
                      <a:pt x="0" y="1411224"/>
                    </a:cubicBezTo>
                    <a:cubicBezTo>
                      <a:pt x="0" y="631827"/>
                      <a:pt x="631827" y="0"/>
                      <a:pt x="1411224" y="0"/>
                    </a:cubicBezTo>
                    <a:cubicBezTo>
                      <a:pt x="2190622" y="0"/>
                      <a:pt x="2822448" y="631827"/>
                      <a:pt x="2822448" y="1411224"/>
                    </a:cubicBezTo>
                    <a:close/>
                  </a:path>
                </a:pathLst>
              </a:custGeom>
              <a:solidFill>
                <a:schemeClr val="accent3"/>
              </a:solidFill>
              <a:ln w="9525" cap="flat">
                <a:noFill/>
                <a:prstDash val="solid"/>
                <a:miter/>
              </a:ln>
            </p:spPr>
            <p:txBody>
              <a:bodyPr rtlCol="0" anchor="ctr"/>
              <a:lstStyle/>
              <a:p>
                <a:endParaRPr lang="zh-CN" altLang="en-US"/>
              </a:p>
            </p:txBody>
          </p:sp>
          <p:sp>
            <p:nvSpPr>
              <p:cNvPr id="13" name="任意多边形: 形状 12"/>
              <p:cNvSpPr/>
              <p:nvPr/>
            </p:nvSpPr>
            <p:spPr>
              <a:xfrm>
                <a:off x="8906857" y="3237671"/>
                <a:ext cx="770953" cy="1541907"/>
              </a:xfrm>
              <a:custGeom>
                <a:avLst/>
                <a:gdLst>
                  <a:gd name="connsiteX0" fmla="*/ 770557 w 770953"/>
                  <a:gd name="connsiteY0" fmla="*/ 1540735 h 1541907"/>
                  <a:gd name="connsiteX1" fmla="*/ -397 w 770953"/>
                  <a:gd name="connsiteY1" fmla="*/ 769781 h 1541907"/>
                  <a:gd name="connsiteX2" fmla="*/ 770557 w 770953"/>
                  <a:gd name="connsiteY2" fmla="*/ -1172 h 1541907"/>
                </a:gdLst>
                <a:ahLst/>
                <a:cxnLst>
                  <a:cxn ang="0">
                    <a:pos x="connsiteX0" y="connsiteY0"/>
                  </a:cxn>
                  <a:cxn ang="0">
                    <a:pos x="connsiteX1" y="connsiteY1"/>
                  </a:cxn>
                  <a:cxn ang="0">
                    <a:pos x="connsiteX2" y="connsiteY2"/>
                  </a:cxn>
                </a:cxnLst>
                <a:rect l="l" t="t" r="r" b="b"/>
                <a:pathLst>
                  <a:path w="770953" h="1541907">
                    <a:moveTo>
                      <a:pt x="770557" y="1540735"/>
                    </a:moveTo>
                    <a:cubicBezTo>
                      <a:pt x="344771" y="1540735"/>
                      <a:pt x="-397" y="1195548"/>
                      <a:pt x="-397" y="769781"/>
                    </a:cubicBezTo>
                    <a:cubicBezTo>
                      <a:pt x="-397" y="344014"/>
                      <a:pt x="344771" y="-1172"/>
                      <a:pt x="770557" y="-1172"/>
                    </a:cubicBezTo>
                    <a:close/>
                  </a:path>
                </a:pathLst>
              </a:custGeom>
              <a:solidFill>
                <a:schemeClr val="accent1"/>
              </a:solidFill>
              <a:ln w="9525" cap="flat">
                <a:noFill/>
                <a:prstDash val="solid"/>
                <a:miter/>
              </a:ln>
            </p:spPr>
            <p:txBody>
              <a:bodyPr rtlCol="0" anchor="ctr"/>
              <a:lstStyle/>
              <a:p>
                <a:endParaRPr lang="zh-CN" altLang="en-US"/>
              </a:p>
            </p:txBody>
          </p:sp>
          <p:sp>
            <p:nvSpPr>
              <p:cNvPr id="14" name="任意多边形: 形状 13"/>
              <p:cNvSpPr/>
              <p:nvPr/>
            </p:nvSpPr>
            <p:spPr>
              <a:xfrm>
                <a:off x="7943595" y="2597781"/>
                <a:ext cx="4046219" cy="4046315"/>
              </a:xfrm>
              <a:custGeom>
                <a:avLst/>
                <a:gdLst>
                  <a:gd name="connsiteX0" fmla="*/ 4045823 w 4046219"/>
                  <a:gd name="connsiteY0" fmla="*/ -1172 h 4046315"/>
                  <a:gd name="connsiteX1" fmla="*/ 4045823 w 4046219"/>
                  <a:gd name="connsiteY1" fmla="*/ 4045144 h 4046315"/>
                  <a:gd name="connsiteX2" fmla="*/ -397 w 4046219"/>
                  <a:gd name="connsiteY2" fmla="*/ 4045144 h 4046315"/>
                  <a:gd name="connsiteX3" fmla="*/ 977059 w 4046219"/>
                  <a:gd name="connsiteY3" fmla="*/ 3673669 h 4046315"/>
                  <a:gd name="connsiteX4" fmla="*/ 1348534 w 4046219"/>
                  <a:gd name="connsiteY4" fmla="*/ 2696212 h 4046315"/>
                  <a:gd name="connsiteX5" fmla="*/ 2325989 w 4046219"/>
                  <a:gd name="connsiteY5" fmla="*/ 2324737 h 4046315"/>
                  <a:gd name="connsiteX6" fmla="*/ 2697464 w 4046219"/>
                  <a:gd name="connsiteY6" fmla="*/ 1347188 h 4046315"/>
                  <a:gd name="connsiteX7" fmla="*/ 3675015 w 4046219"/>
                  <a:gd name="connsiteY7" fmla="*/ 975713 h 4046315"/>
                  <a:gd name="connsiteX8" fmla="*/ 4045823 w 4046219"/>
                  <a:gd name="connsiteY8" fmla="*/ -1172 h 4046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6219" h="4046315">
                    <a:moveTo>
                      <a:pt x="4045823" y="-1172"/>
                    </a:moveTo>
                    <a:lnTo>
                      <a:pt x="4045823" y="4045144"/>
                    </a:lnTo>
                    <a:lnTo>
                      <a:pt x="-397" y="4045144"/>
                    </a:lnTo>
                    <a:cubicBezTo>
                      <a:pt x="336597" y="3707863"/>
                      <a:pt x="639778" y="4011044"/>
                      <a:pt x="977059" y="3673669"/>
                    </a:cubicBezTo>
                    <a:cubicBezTo>
                      <a:pt x="1314339" y="3336293"/>
                      <a:pt x="1011063" y="3033302"/>
                      <a:pt x="1348534" y="2696212"/>
                    </a:cubicBezTo>
                    <a:cubicBezTo>
                      <a:pt x="1686005" y="2359124"/>
                      <a:pt x="1988804" y="2662113"/>
                      <a:pt x="2325989" y="2324737"/>
                    </a:cubicBezTo>
                    <a:cubicBezTo>
                      <a:pt x="2663175" y="1987362"/>
                      <a:pt x="2359993" y="1684372"/>
                      <a:pt x="2697464" y="1347188"/>
                    </a:cubicBezTo>
                    <a:cubicBezTo>
                      <a:pt x="3034934" y="1010002"/>
                      <a:pt x="3337830" y="1313087"/>
                      <a:pt x="3675015" y="975713"/>
                    </a:cubicBezTo>
                    <a:cubicBezTo>
                      <a:pt x="4012200" y="638337"/>
                      <a:pt x="3708543" y="335632"/>
                      <a:pt x="4045823" y="-1172"/>
                    </a:cubicBezTo>
                    <a:close/>
                  </a:path>
                </a:pathLst>
              </a:custGeom>
              <a:solidFill>
                <a:schemeClr val="accent2"/>
              </a:solidFill>
              <a:ln w="9525" cap="flat">
                <a:noFill/>
                <a:prstDash val="solid"/>
                <a:miter/>
              </a:ln>
            </p:spPr>
            <p:txBody>
              <a:bodyPr rtlCol="0" anchor="ctr"/>
              <a:lstStyle/>
              <a:p>
                <a:endParaRPr lang="zh-CN" altLang="en-US"/>
              </a:p>
            </p:txBody>
          </p:sp>
          <p:sp>
            <p:nvSpPr>
              <p:cNvPr id="16" name="任意多边形: 形状 15"/>
              <p:cNvSpPr/>
              <p:nvPr/>
            </p:nvSpPr>
            <p:spPr>
              <a:xfrm rot="16200000">
                <a:off x="10717465" y="4982270"/>
                <a:ext cx="1272349" cy="1272350"/>
              </a:xfrm>
              <a:custGeom>
                <a:avLst/>
                <a:gdLst>
                  <a:gd name="connsiteX0" fmla="*/ 635779 w 1272349"/>
                  <a:gd name="connsiteY0" fmla="*/ -1172 h 1272350"/>
                  <a:gd name="connsiteX1" fmla="*/ 635779 w 1272349"/>
                  <a:gd name="connsiteY1" fmla="*/ -1172 h 1272350"/>
                  <a:gd name="connsiteX2" fmla="*/ 1271953 w 1272349"/>
                  <a:gd name="connsiteY2" fmla="*/ 635003 h 1272350"/>
                  <a:gd name="connsiteX3" fmla="*/ 1271953 w 1272349"/>
                  <a:gd name="connsiteY3" fmla="*/ 1271178 h 1272350"/>
                  <a:gd name="connsiteX4" fmla="*/ 1271953 w 1272349"/>
                  <a:gd name="connsiteY4" fmla="*/ 1271178 h 1272350"/>
                  <a:gd name="connsiteX5" fmla="*/ -397 w 1272349"/>
                  <a:gd name="connsiteY5" fmla="*/ 1271178 h 1272350"/>
                  <a:gd name="connsiteX6" fmla="*/ -397 w 1272349"/>
                  <a:gd name="connsiteY6" fmla="*/ 1271178 h 1272350"/>
                  <a:gd name="connsiteX7" fmla="*/ -397 w 1272349"/>
                  <a:gd name="connsiteY7" fmla="*/ 635003 h 1272350"/>
                  <a:gd name="connsiteX8" fmla="*/ 635779 w 1272349"/>
                  <a:gd name="connsiteY8" fmla="*/ -1172 h 127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2349" h="1272350">
                    <a:moveTo>
                      <a:pt x="635779" y="-1172"/>
                    </a:moveTo>
                    <a:lnTo>
                      <a:pt x="635779" y="-1172"/>
                    </a:lnTo>
                    <a:cubicBezTo>
                      <a:pt x="987156" y="-1172"/>
                      <a:pt x="1271953" y="283626"/>
                      <a:pt x="1271953" y="635003"/>
                    </a:cubicBezTo>
                    <a:lnTo>
                      <a:pt x="1271953" y="1271178"/>
                    </a:lnTo>
                    <a:lnTo>
                      <a:pt x="1271953" y="1271178"/>
                    </a:lnTo>
                    <a:lnTo>
                      <a:pt x="-397" y="1271178"/>
                    </a:lnTo>
                    <a:lnTo>
                      <a:pt x="-397" y="1271178"/>
                    </a:lnTo>
                    <a:lnTo>
                      <a:pt x="-397" y="635003"/>
                    </a:lnTo>
                    <a:cubicBezTo>
                      <a:pt x="-397" y="283626"/>
                      <a:pt x="284401" y="-1172"/>
                      <a:pt x="635779" y="-1172"/>
                    </a:cubicBezTo>
                    <a:close/>
                  </a:path>
                </a:pathLst>
              </a:custGeom>
              <a:solidFill>
                <a:schemeClr val="accent4"/>
              </a:solidFill>
              <a:ln w="9525" cap="flat">
                <a:noFill/>
                <a:prstDash val="solid"/>
                <a:miter/>
              </a:ln>
            </p:spPr>
            <p:txBody>
              <a:bodyPr rtlCol="0" anchor="ctr"/>
              <a:lstStyle/>
              <a:p>
                <a:endParaRPr lang="zh-CN" altLang="en-US"/>
              </a:p>
            </p:txBody>
          </p:sp>
          <p:sp>
            <p:nvSpPr>
              <p:cNvPr id="20" name="任意多边形: 形状 19"/>
              <p:cNvSpPr/>
              <p:nvPr/>
            </p:nvSpPr>
            <p:spPr>
              <a:xfrm>
                <a:off x="6918419" y="5305548"/>
                <a:ext cx="625697" cy="625697"/>
              </a:xfrm>
              <a:custGeom>
                <a:avLst/>
                <a:gdLst>
                  <a:gd name="connsiteX0" fmla="*/ 0 w 625697"/>
                  <a:gd name="connsiteY0" fmla="*/ 0 h 625697"/>
                  <a:gd name="connsiteX1" fmla="*/ 0 w 625697"/>
                  <a:gd name="connsiteY1" fmla="*/ 625697 h 625697"/>
                  <a:gd name="connsiteX2" fmla="*/ 625697 w 625697"/>
                  <a:gd name="connsiteY2" fmla="*/ 625697 h 625697"/>
                  <a:gd name="connsiteX3" fmla="*/ 0 w 625697"/>
                  <a:gd name="connsiteY3" fmla="*/ 0 h 625697"/>
                </a:gdLst>
                <a:ahLst/>
                <a:cxnLst>
                  <a:cxn ang="0">
                    <a:pos x="connsiteX0" y="connsiteY0"/>
                  </a:cxn>
                  <a:cxn ang="0">
                    <a:pos x="connsiteX1" y="connsiteY1"/>
                  </a:cxn>
                  <a:cxn ang="0">
                    <a:pos x="connsiteX2" y="connsiteY2"/>
                  </a:cxn>
                  <a:cxn ang="0">
                    <a:pos x="connsiteX3" y="connsiteY3"/>
                  </a:cxn>
                </a:cxnLst>
                <a:rect l="l" t="t" r="r" b="b"/>
                <a:pathLst>
                  <a:path w="625697" h="625697">
                    <a:moveTo>
                      <a:pt x="0" y="0"/>
                    </a:moveTo>
                    <a:lnTo>
                      <a:pt x="0" y="625697"/>
                    </a:lnTo>
                    <a:lnTo>
                      <a:pt x="625697" y="625697"/>
                    </a:lnTo>
                    <a:lnTo>
                      <a:pt x="0" y="0"/>
                    </a:lnTo>
                    <a:close/>
                  </a:path>
                </a:pathLst>
              </a:custGeom>
              <a:solidFill>
                <a:schemeClr val="accent2"/>
              </a:solidFill>
              <a:ln w="9525" cap="flat">
                <a:noFill/>
                <a:prstDash val="solid"/>
                <a:miter/>
              </a:ln>
            </p:spPr>
            <p:txBody>
              <a:bodyPr rtlCol="0" anchor="ctr"/>
              <a:lstStyle/>
              <a:p>
                <a:endParaRPr lang="zh-CN" altLang="en-US"/>
              </a:p>
            </p:txBody>
          </p:sp>
          <p:sp>
            <p:nvSpPr>
              <p:cNvPr id="21" name="任意多边形: 形状 20"/>
              <p:cNvSpPr/>
              <p:nvPr/>
            </p:nvSpPr>
            <p:spPr>
              <a:xfrm>
                <a:off x="7780717" y="5305548"/>
                <a:ext cx="625601" cy="625697"/>
              </a:xfrm>
              <a:custGeom>
                <a:avLst/>
                <a:gdLst>
                  <a:gd name="connsiteX0" fmla="*/ 0 w 625601"/>
                  <a:gd name="connsiteY0" fmla="*/ 0 h 625697"/>
                  <a:gd name="connsiteX1" fmla="*/ 0 w 625601"/>
                  <a:gd name="connsiteY1" fmla="*/ 625697 h 625697"/>
                  <a:gd name="connsiteX2" fmla="*/ 625602 w 625601"/>
                  <a:gd name="connsiteY2" fmla="*/ 625697 h 625697"/>
                  <a:gd name="connsiteX3" fmla="*/ 0 w 625601"/>
                  <a:gd name="connsiteY3" fmla="*/ 0 h 625697"/>
                </a:gdLst>
                <a:ahLst/>
                <a:cxnLst>
                  <a:cxn ang="0">
                    <a:pos x="connsiteX0" y="connsiteY0"/>
                  </a:cxn>
                  <a:cxn ang="0">
                    <a:pos x="connsiteX1" y="connsiteY1"/>
                  </a:cxn>
                  <a:cxn ang="0">
                    <a:pos x="connsiteX2" y="connsiteY2"/>
                  </a:cxn>
                  <a:cxn ang="0">
                    <a:pos x="connsiteX3" y="connsiteY3"/>
                  </a:cxn>
                </a:cxnLst>
                <a:rect l="l" t="t" r="r" b="b"/>
                <a:pathLst>
                  <a:path w="625601" h="625697">
                    <a:moveTo>
                      <a:pt x="0" y="0"/>
                    </a:moveTo>
                    <a:lnTo>
                      <a:pt x="0" y="625697"/>
                    </a:lnTo>
                    <a:lnTo>
                      <a:pt x="625602" y="625697"/>
                    </a:lnTo>
                    <a:lnTo>
                      <a:pt x="0" y="0"/>
                    </a:lnTo>
                    <a:close/>
                  </a:path>
                </a:pathLst>
              </a:custGeom>
              <a:solidFill>
                <a:schemeClr val="accent1"/>
              </a:solidFill>
              <a:ln w="9525" cap="flat">
                <a:noFill/>
                <a:prstDash val="solid"/>
                <a:miter/>
              </a:ln>
            </p:spPr>
            <p:txBody>
              <a:bodyPr rtlCol="0" anchor="ctr"/>
              <a:lstStyle/>
              <a:p>
                <a:endParaRPr lang="zh-CN" altLang="en-US"/>
              </a:p>
            </p:txBody>
          </p:sp>
          <p:sp>
            <p:nvSpPr>
              <p:cNvPr id="30" name="任意多边形: 形状 29"/>
              <p:cNvSpPr/>
              <p:nvPr/>
            </p:nvSpPr>
            <p:spPr>
              <a:xfrm>
                <a:off x="11013597" y="2756658"/>
                <a:ext cx="103632" cy="103632"/>
              </a:xfrm>
              <a:custGeom>
                <a:avLst/>
                <a:gdLst>
                  <a:gd name="connsiteX0" fmla="*/ -396 w 103632"/>
                  <a:gd name="connsiteY0" fmla="*/ 50739 h 103632"/>
                  <a:gd name="connsiteX1" fmla="*/ 51325 w 103632"/>
                  <a:gd name="connsiteY1" fmla="*/ -1172 h 103632"/>
                  <a:gd name="connsiteX2" fmla="*/ 103236 w 103632"/>
                  <a:gd name="connsiteY2" fmla="*/ 50548 h 103632"/>
                  <a:gd name="connsiteX3" fmla="*/ 51516 w 103632"/>
                  <a:gd name="connsiteY3" fmla="*/ 102460 h 103632"/>
                  <a:gd name="connsiteX4" fmla="*/ 51325 w 103632"/>
                  <a:gd name="connsiteY4" fmla="*/ 102460 h 103632"/>
                  <a:gd name="connsiteX5" fmla="*/ -396 w 103632"/>
                  <a:gd name="connsiteY5" fmla="*/ 50739 h 10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32" h="103632">
                    <a:moveTo>
                      <a:pt x="-396" y="50739"/>
                    </a:moveTo>
                    <a:cubicBezTo>
                      <a:pt x="-492" y="22164"/>
                      <a:pt x="22750" y="-1078"/>
                      <a:pt x="51325" y="-1172"/>
                    </a:cubicBezTo>
                    <a:cubicBezTo>
                      <a:pt x="79900" y="-1267"/>
                      <a:pt x="103140" y="21973"/>
                      <a:pt x="103236" y="50548"/>
                    </a:cubicBezTo>
                    <a:cubicBezTo>
                      <a:pt x="103331" y="79123"/>
                      <a:pt x="80091" y="102365"/>
                      <a:pt x="51516" y="102460"/>
                    </a:cubicBezTo>
                    <a:cubicBezTo>
                      <a:pt x="51420" y="102460"/>
                      <a:pt x="51420" y="102460"/>
                      <a:pt x="51325" y="102460"/>
                    </a:cubicBezTo>
                    <a:cubicBezTo>
                      <a:pt x="22750" y="102460"/>
                      <a:pt x="-396" y="79314"/>
                      <a:pt x="-396" y="50739"/>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31" name="任意多边形: 形状 30"/>
              <p:cNvSpPr/>
              <p:nvPr/>
            </p:nvSpPr>
            <p:spPr>
              <a:xfrm>
                <a:off x="10568303" y="2756658"/>
                <a:ext cx="103632" cy="103632"/>
              </a:xfrm>
              <a:custGeom>
                <a:avLst/>
                <a:gdLst>
                  <a:gd name="connsiteX0" fmla="*/ -396 w 103632"/>
                  <a:gd name="connsiteY0" fmla="*/ 50739 h 103632"/>
                  <a:gd name="connsiteX1" fmla="*/ 51325 w 103632"/>
                  <a:gd name="connsiteY1" fmla="*/ -1172 h 103632"/>
                  <a:gd name="connsiteX2" fmla="*/ 103236 w 103632"/>
                  <a:gd name="connsiteY2" fmla="*/ 50548 h 103632"/>
                  <a:gd name="connsiteX3" fmla="*/ 51516 w 103632"/>
                  <a:gd name="connsiteY3" fmla="*/ 102460 h 103632"/>
                  <a:gd name="connsiteX4" fmla="*/ 51420 w 103632"/>
                  <a:gd name="connsiteY4" fmla="*/ 102460 h 103632"/>
                  <a:gd name="connsiteX5" fmla="*/ -396 w 103632"/>
                  <a:gd name="connsiteY5" fmla="*/ 50739 h 10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32" h="103632">
                    <a:moveTo>
                      <a:pt x="-396" y="50739"/>
                    </a:moveTo>
                    <a:cubicBezTo>
                      <a:pt x="-492" y="22164"/>
                      <a:pt x="22750" y="-1078"/>
                      <a:pt x="51325" y="-1172"/>
                    </a:cubicBezTo>
                    <a:cubicBezTo>
                      <a:pt x="79900" y="-1267"/>
                      <a:pt x="103140" y="21973"/>
                      <a:pt x="103236" y="50548"/>
                    </a:cubicBezTo>
                    <a:cubicBezTo>
                      <a:pt x="103331" y="79123"/>
                      <a:pt x="80091" y="102365"/>
                      <a:pt x="51516" y="102460"/>
                    </a:cubicBezTo>
                    <a:cubicBezTo>
                      <a:pt x="51516" y="102460"/>
                      <a:pt x="51420" y="102460"/>
                      <a:pt x="51420" y="102460"/>
                    </a:cubicBezTo>
                    <a:cubicBezTo>
                      <a:pt x="22845" y="102460"/>
                      <a:pt x="-301" y="79314"/>
                      <a:pt x="-396" y="50739"/>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32" name="任意多边形: 形状 31"/>
              <p:cNvSpPr/>
              <p:nvPr/>
            </p:nvSpPr>
            <p:spPr>
              <a:xfrm>
                <a:off x="10123104" y="2756658"/>
                <a:ext cx="103632" cy="103632"/>
              </a:xfrm>
              <a:custGeom>
                <a:avLst/>
                <a:gdLst>
                  <a:gd name="connsiteX0" fmla="*/ -396 w 103632"/>
                  <a:gd name="connsiteY0" fmla="*/ 50739 h 103632"/>
                  <a:gd name="connsiteX1" fmla="*/ 51325 w 103632"/>
                  <a:gd name="connsiteY1" fmla="*/ -1172 h 103632"/>
                  <a:gd name="connsiteX2" fmla="*/ 103236 w 103632"/>
                  <a:gd name="connsiteY2" fmla="*/ 50548 h 103632"/>
                  <a:gd name="connsiteX3" fmla="*/ 51515 w 103632"/>
                  <a:gd name="connsiteY3" fmla="*/ 102460 h 103632"/>
                  <a:gd name="connsiteX4" fmla="*/ 51420 w 103632"/>
                  <a:gd name="connsiteY4" fmla="*/ 102460 h 103632"/>
                  <a:gd name="connsiteX5" fmla="*/ -396 w 103632"/>
                  <a:gd name="connsiteY5" fmla="*/ 50834 h 103632"/>
                  <a:gd name="connsiteX6" fmla="*/ -396 w 103632"/>
                  <a:gd name="connsiteY6" fmla="*/ 50739 h 10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632" h="103632">
                    <a:moveTo>
                      <a:pt x="-396" y="50739"/>
                    </a:moveTo>
                    <a:cubicBezTo>
                      <a:pt x="-491" y="22164"/>
                      <a:pt x="22750" y="-1078"/>
                      <a:pt x="51325" y="-1172"/>
                    </a:cubicBezTo>
                    <a:cubicBezTo>
                      <a:pt x="79900" y="-1267"/>
                      <a:pt x="103140" y="21973"/>
                      <a:pt x="103236" y="50548"/>
                    </a:cubicBezTo>
                    <a:cubicBezTo>
                      <a:pt x="103331" y="79123"/>
                      <a:pt x="80090" y="102365"/>
                      <a:pt x="51515" y="102460"/>
                    </a:cubicBezTo>
                    <a:cubicBezTo>
                      <a:pt x="51515" y="102460"/>
                      <a:pt x="51420" y="102460"/>
                      <a:pt x="51420" y="102460"/>
                    </a:cubicBezTo>
                    <a:cubicBezTo>
                      <a:pt x="22845" y="102554"/>
                      <a:pt x="-301" y="79409"/>
                      <a:pt x="-396" y="50834"/>
                    </a:cubicBezTo>
                    <a:cubicBezTo>
                      <a:pt x="-396" y="50834"/>
                      <a:pt x="-396" y="50739"/>
                      <a:pt x="-396" y="50739"/>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33" name="任意多边形: 形状 32"/>
              <p:cNvSpPr/>
              <p:nvPr/>
            </p:nvSpPr>
            <p:spPr>
              <a:xfrm>
                <a:off x="9677811" y="2756658"/>
                <a:ext cx="103632" cy="103632"/>
              </a:xfrm>
              <a:custGeom>
                <a:avLst/>
                <a:gdLst>
                  <a:gd name="connsiteX0" fmla="*/ -397 w 103632"/>
                  <a:gd name="connsiteY0" fmla="*/ 50739 h 103632"/>
                  <a:gd name="connsiteX1" fmla="*/ 51325 w 103632"/>
                  <a:gd name="connsiteY1" fmla="*/ -1172 h 103632"/>
                  <a:gd name="connsiteX2" fmla="*/ 103236 w 103632"/>
                  <a:gd name="connsiteY2" fmla="*/ 50548 h 103632"/>
                  <a:gd name="connsiteX3" fmla="*/ 51515 w 103632"/>
                  <a:gd name="connsiteY3" fmla="*/ 102460 h 103632"/>
                  <a:gd name="connsiteX4" fmla="*/ 51419 w 103632"/>
                  <a:gd name="connsiteY4" fmla="*/ 102460 h 103632"/>
                  <a:gd name="connsiteX5" fmla="*/ -397 w 103632"/>
                  <a:gd name="connsiteY5" fmla="*/ 50739 h 10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32" h="103632">
                    <a:moveTo>
                      <a:pt x="-397" y="50739"/>
                    </a:moveTo>
                    <a:cubicBezTo>
                      <a:pt x="-454" y="22164"/>
                      <a:pt x="22711" y="-1078"/>
                      <a:pt x="51325" y="-1172"/>
                    </a:cubicBezTo>
                    <a:cubicBezTo>
                      <a:pt x="79938" y="-1267"/>
                      <a:pt x="103179" y="21973"/>
                      <a:pt x="103236" y="50548"/>
                    </a:cubicBezTo>
                    <a:cubicBezTo>
                      <a:pt x="103283" y="79123"/>
                      <a:pt x="80128" y="102365"/>
                      <a:pt x="51515" y="102460"/>
                    </a:cubicBezTo>
                    <a:cubicBezTo>
                      <a:pt x="51486" y="102460"/>
                      <a:pt x="51449" y="102460"/>
                      <a:pt x="51419" y="102460"/>
                    </a:cubicBezTo>
                    <a:cubicBezTo>
                      <a:pt x="22835" y="102460"/>
                      <a:pt x="-349" y="79314"/>
                      <a:pt x="-397" y="50739"/>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34" name="任意多边形: 形状 33"/>
              <p:cNvSpPr/>
              <p:nvPr/>
            </p:nvSpPr>
            <p:spPr>
              <a:xfrm>
                <a:off x="11013597" y="2334415"/>
                <a:ext cx="103632" cy="103632"/>
              </a:xfrm>
              <a:custGeom>
                <a:avLst/>
                <a:gdLst>
                  <a:gd name="connsiteX0" fmla="*/ -397 w 103632"/>
                  <a:gd name="connsiteY0" fmla="*/ 50645 h 103632"/>
                  <a:gd name="connsiteX1" fmla="*/ 51420 w 103632"/>
                  <a:gd name="connsiteY1" fmla="*/ -1172 h 103632"/>
                  <a:gd name="connsiteX2" fmla="*/ 103235 w 103632"/>
                  <a:gd name="connsiteY2" fmla="*/ 50645 h 103632"/>
                  <a:gd name="connsiteX3" fmla="*/ 51420 w 103632"/>
                  <a:gd name="connsiteY3" fmla="*/ 102460 h 103632"/>
                  <a:gd name="connsiteX4" fmla="*/ 51325 w 103632"/>
                  <a:gd name="connsiteY4" fmla="*/ 102460 h 103632"/>
                  <a:gd name="connsiteX5" fmla="*/ -397 w 103632"/>
                  <a:gd name="connsiteY5" fmla="*/ 50740 h 103632"/>
                  <a:gd name="connsiteX6" fmla="*/ -397 w 103632"/>
                  <a:gd name="connsiteY6" fmla="*/ 50645 h 10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632" h="103632">
                    <a:moveTo>
                      <a:pt x="-397" y="50645"/>
                    </a:moveTo>
                    <a:cubicBezTo>
                      <a:pt x="-397" y="22070"/>
                      <a:pt x="22845" y="-1172"/>
                      <a:pt x="51420" y="-1172"/>
                    </a:cubicBezTo>
                    <a:cubicBezTo>
                      <a:pt x="79995" y="-1172"/>
                      <a:pt x="103235" y="22070"/>
                      <a:pt x="103235" y="50645"/>
                    </a:cubicBezTo>
                    <a:cubicBezTo>
                      <a:pt x="103235" y="79220"/>
                      <a:pt x="79995" y="102460"/>
                      <a:pt x="51420" y="102460"/>
                    </a:cubicBezTo>
                    <a:cubicBezTo>
                      <a:pt x="51420" y="102460"/>
                      <a:pt x="51325" y="102460"/>
                      <a:pt x="51325" y="102460"/>
                    </a:cubicBezTo>
                    <a:cubicBezTo>
                      <a:pt x="22750" y="102460"/>
                      <a:pt x="-397" y="79315"/>
                      <a:pt x="-397" y="50740"/>
                    </a:cubicBezTo>
                    <a:cubicBezTo>
                      <a:pt x="-397" y="50740"/>
                      <a:pt x="-397" y="50645"/>
                      <a:pt x="-397" y="50645"/>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35" name="任意多边形: 形状 34"/>
              <p:cNvSpPr/>
              <p:nvPr/>
            </p:nvSpPr>
            <p:spPr>
              <a:xfrm>
                <a:off x="10568303" y="2334415"/>
                <a:ext cx="103632" cy="103632"/>
              </a:xfrm>
              <a:custGeom>
                <a:avLst/>
                <a:gdLst>
                  <a:gd name="connsiteX0" fmla="*/ -397 w 103632"/>
                  <a:gd name="connsiteY0" fmla="*/ 50645 h 103632"/>
                  <a:gd name="connsiteX1" fmla="*/ 51420 w 103632"/>
                  <a:gd name="connsiteY1" fmla="*/ -1172 h 103632"/>
                  <a:gd name="connsiteX2" fmla="*/ 103235 w 103632"/>
                  <a:gd name="connsiteY2" fmla="*/ 50645 h 103632"/>
                  <a:gd name="connsiteX3" fmla="*/ 51420 w 103632"/>
                  <a:gd name="connsiteY3" fmla="*/ 102460 h 103632"/>
                  <a:gd name="connsiteX4" fmla="*/ -397 w 103632"/>
                  <a:gd name="connsiteY4" fmla="*/ 50645 h 103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632" h="103632">
                    <a:moveTo>
                      <a:pt x="-397" y="50645"/>
                    </a:moveTo>
                    <a:cubicBezTo>
                      <a:pt x="-397" y="22070"/>
                      <a:pt x="22845" y="-1172"/>
                      <a:pt x="51420" y="-1172"/>
                    </a:cubicBezTo>
                    <a:cubicBezTo>
                      <a:pt x="79995" y="-1172"/>
                      <a:pt x="103235" y="22070"/>
                      <a:pt x="103235" y="50645"/>
                    </a:cubicBezTo>
                    <a:cubicBezTo>
                      <a:pt x="103235" y="79220"/>
                      <a:pt x="79995" y="102460"/>
                      <a:pt x="51420" y="102460"/>
                    </a:cubicBezTo>
                    <a:cubicBezTo>
                      <a:pt x="22845" y="102460"/>
                      <a:pt x="-397" y="79220"/>
                      <a:pt x="-397" y="50645"/>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36" name="任意多边形: 形状 35"/>
              <p:cNvSpPr/>
              <p:nvPr/>
            </p:nvSpPr>
            <p:spPr>
              <a:xfrm>
                <a:off x="10123105" y="2334415"/>
                <a:ext cx="103632" cy="103632"/>
              </a:xfrm>
              <a:custGeom>
                <a:avLst/>
                <a:gdLst>
                  <a:gd name="connsiteX0" fmla="*/ -397 w 103632"/>
                  <a:gd name="connsiteY0" fmla="*/ 50645 h 103632"/>
                  <a:gd name="connsiteX1" fmla="*/ 51419 w 103632"/>
                  <a:gd name="connsiteY1" fmla="*/ -1172 h 103632"/>
                  <a:gd name="connsiteX2" fmla="*/ 103235 w 103632"/>
                  <a:gd name="connsiteY2" fmla="*/ 50645 h 103632"/>
                  <a:gd name="connsiteX3" fmla="*/ 51419 w 103632"/>
                  <a:gd name="connsiteY3" fmla="*/ 102460 h 103632"/>
                  <a:gd name="connsiteX4" fmla="*/ -397 w 103632"/>
                  <a:gd name="connsiteY4" fmla="*/ 50835 h 103632"/>
                  <a:gd name="connsiteX5" fmla="*/ -397 w 103632"/>
                  <a:gd name="connsiteY5" fmla="*/ 50645 h 10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32" h="103632">
                    <a:moveTo>
                      <a:pt x="-397" y="50645"/>
                    </a:moveTo>
                    <a:cubicBezTo>
                      <a:pt x="-397" y="22070"/>
                      <a:pt x="22844" y="-1172"/>
                      <a:pt x="51419" y="-1172"/>
                    </a:cubicBezTo>
                    <a:cubicBezTo>
                      <a:pt x="79994" y="-1172"/>
                      <a:pt x="103235" y="22070"/>
                      <a:pt x="103235" y="50645"/>
                    </a:cubicBezTo>
                    <a:cubicBezTo>
                      <a:pt x="103235" y="79220"/>
                      <a:pt x="79994" y="102460"/>
                      <a:pt x="51419" y="102460"/>
                    </a:cubicBezTo>
                    <a:cubicBezTo>
                      <a:pt x="22844" y="102555"/>
                      <a:pt x="-301" y="79410"/>
                      <a:pt x="-397" y="50835"/>
                    </a:cubicBezTo>
                    <a:cubicBezTo>
                      <a:pt x="-397" y="50740"/>
                      <a:pt x="-397" y="50740"/>
                      <a:pt x="-397" y="50645"/>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37" name="任意多边形: 形状 36"/>
              <p:cNvSpPr/>
              <p:nvPr/>
            </p:nvSpPr>
            <p:spPr>
              <a:xfrm>
                <a:off x="9677811" y="2334415"/>
                <a:ext cx="103632" cy="103632"/>
              </a:xfrm>
              <a:custGeom>
                <a:avLst/>
                <a:gdLst>
                  <a:gd name="connsiteX0" fmla="*/ -397 w 103632"/>
                  <a:gd name="connsiteY0" fmla="*/ 50645 h 103632"/>
                  <a:gd name="connsiteX1" fmla="*/ 51419 w 103632"/>
                  <a:gd name="connsiteY1" fmla="*/ -1172 h 103632"/>
                  <a:gd name="connsiteX2" fmla="*/ 103235 w 103632"/>
                  <a:gd name="connsiteY2" fmla="*/ 50645 h 103632"/>
                  <a:gd name="connsiteX3" fmla="*/ 51419 w 103632"/>
                  <a:gd name="connsiteY3" fmla="*/ 102460 h 103632"/>
                  <a:gd name="connsiteX4" fmla="*/ -397 w 103632"/>
                  <a:gd name="connsiteY4" fmla="*/ 50645 h 103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632" h="103632">
                    <a:moveTo>
                      <a:pt x="-397" y="50645"/>
                    </a:moveTo>
                    <a:cubicBezTo>
                      <a:pt x="-397" y="22070"/>
                      <a:pt x="22807" y="-1172"/>
                      <a:pt x="51419" y="-1172"/>
                    </a:cubicBezTo>
                    <a:cubicBezTo>
                      <a:pt x="80033" y="-1172"/>
                      <a:pt x="103235" y="22070"/>
                      <a:pt x="103235" y="50645"/>
                    </a:cubicBezTo>
                    <a:cubicBezTo>
                      <a:pt x="103235" y="79220"/>
                      <a:pt x="80033" y="102460"/>
                      <a:pt x="51419" y="102460"/>
                    </a:cubicBezTo>
                    <a:cubicBezTo>
                      <a:pt x="22807" y="102460"/>
                      <a:pt x="-397" y="79220"/>
                      <a:pt x="-397" y="50645"/>
                    </a:cubicBezTo>
                    <a:close/>
                  </a:path>
                </a:pathLst>
              </a:custGeom>
              <a:solidFill>
                <a:schemeClr val="accent2">
                  <a:lumMod val="50000"/>
                </a:schemeClr>
              </a:solidFill>
              <a:ln w="9525" cap="flat">
                <a:noFill/>
                <a:prstDash val="solid"/>
                <a:miter/>
              </a:ln>
            </p:spPr>
            <p:txBody>
              <a:bodyPr rtlCol="0" anchor="ctr"/>
              <a:lstStyle/>
              <a:p>
                <a:endParaRPr lang="zh-CN" altLang="en-US"/>
              </a:p>
            </p:txBody>
          </p:sp>
        </p:grpSp>
        <p:grpSp>
          <p:nvGrpSpPr>
            <p:cNvPr id="40" name="组合 39"/>
            <p:cNvGrpSpPr/>
            <p:nvPr/>
          </p:nvGrpSpPr>
          <p:grpSpPr>
            <a:xfrm>
              <a:off x="660399" y="0"/>
              <a:ext cx="1378857" cy="1378857"/>
              <a:chOff x="1254918" y="1883882"/>
              <a:chExt cx="2079688" cy="2079688"/>
            </a:xfrm>
          </p:grpSpPr>
          <p:sp>
            <p:nvSpPr>
              <p:cNvPr id="15" name="任意多边形: 形状 14"/>
              <p:cNvSpPr/>
              <p:nvPr/>
            </p:nvSpPr>
            <p:spPr>
              <a:xfrm rot="10800000">
                <a:off x="1254918" y="1883882"/>
                <a:ext cx="2079688" cy="2079688"/>
              </a:xfrm>
              <a:custGeom>
                <a:avLst/>
                <a:gdLst>
                  <a:gd name="connsiteX0" fmla="*/ 1039447 w 2079688"/>
                  <a:gd name="connsiteY0" fmla="*/ -1172 h 2079688"/>
                  <a:gd name="connsiteX1" fmla="*/ 1039447 w 2079688"/>
                  <a:gd name="connsiteY1" fmla="*/ -1172 h 2079688"/>
                  <a:gd name="connsiteX2" fmla="*/ 2079292 w 2079688"/>
                  <a:gd name="connsiteY2" fmla="*/ 1038671 h 2079688"/>
                  <a:gd name="connsiteX3" fmla="*/ 2079292 w 2079688"/>
                  <a:gd name="connsiteY3" fmla="*/ 2078516 h 2079688"/>
                  <a:gd name="connsiteX4" fmla="*/ 2079292 w 2079688"/>
                  <a:gd name="connsiteY4" fmla="*/ 2078516 h 2079688"/>
                  <a:gd name="connsiteX5" fmla="*/ -397 w 2079688"/>
                  <a:gd name="connsiteY5" fmla="*/ 2078516 h 2079688"/>
                  <a:gd name="connsiteX6" fmla="*/ -397 w 2079688"/>
                  <a:gd name="connsiteY6" fmla="*/ 2078516 h 2079688"/>
                  <a:gd name="connsiteX7" fmla="*/ -397 w 2079688"/>
                  <a:gd name="connsiteY7" fmla="*/ 1038671 h 2079688"/>
                  <a:gd name="connsiteX8" fmla="*/ 1039447 w 2079688"/>
                  <a:gd name="connsiteY8" fmla="*/ -1172 h 207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9688" h="2079688">
                    <a:moveTo>
                      <a:pt x="1039447" y="-1172"/>
                    </a:moveTo>
                    <a:lnTo>
                      <a:pt x="1039447" y="-1172"/>
                    </a:lnTo>
                    <a:cubicBezTo>
                      <a:pt x="1613739" y="-1172"/>
                      <a:pt x="2079292" y="464410"/>
                      <a:pt x="2079292" y="1038671"/>
                    </a:cubicBezTo>
                    <a:lnTo>
                      <a:pt x="2079292" y="2078516"/>
                    </a:lnTo>
                    <a:lnTo>
                      <a:pt x="2079292" y="2078516"/>
                    </a:lnTo>
                    <a:lnTo>
                      <a:pt x="-397" y="2078516"/>
                    </a:lnTo>
                    <a:lnTo>
                      <a:pt x="-397" y="2078516"/>
                    </a:lnTo>
                    <a:lnTo>
                      <a:pt x="-397" y="1038671"/>
                    </a:lnTo>
                    <a:cubicBezTo>
                      <a:pt x="-397" y="464410"/>
                      <a:pt x="465157" y="-1172"/>
                      <a:pt x="1039447" y="-1172"/>
                    </a:cubicBezTo>
                    <a:close/>
                  </a:path>
                </a:pathLst>
              </a:custGeom>
              <a:solidFill>
                <a:schemeClr val="accent1"/>
              </a:solidFill>
              <a:ln w="9525" cap="flat">
                <a:noFill/>
                <a:prstDash val="solid"/>
                <a:miter/>
              </a:ln>
            </p:spPr>
            <p:txBody>
              <a:bodyPr rtlCol="0" anchor="ctr"/>
              <a:lstStyle/>
              <a:p>
                <a:endParaRPr lang="zh-CN" altLang="en-US"/>
              </a:p>
            </p:txBody>
          </p:sp>
          <p:sp>
            <p:nvSpPr>
              <p:cNvPr id="17" name="任意多边形: 形状 16"/>
              <p:cNvSpPr/>
              <p:nvPr/>
            </p:nvSpPr>
            <p:spPr>
              <a:xfrm>
                <a:off x="1872329" y="1883883"/>
                <a:ext cx="1462182" cy="731139"/>
              </a:xfrm>
              <a:custGeom>
                <a:avLst/>
                <a:gdLst>
                  <a:gd name="connsiteX0" fmla="*/ -397 w 1462182"/>
                  <a:gd name="connsiteY0" fmla="*/ -1172 h 731139"/>
                  <a:gd name="connsiteX1" fmla="*/ -397 w 1462182"/>
                  <a:gd name="connsiteY1" fmla="*/ -1172 h 731139"/>
                  <a:gd name="connsiteX2" fmla="*/ 730742 w 1462182"/>
                  <a:gd name="connsiteY2" fmla="*/ 729967 h 731139"/>
                  <a:gd name="connsiteX3" fmla="*/ 1461786 w 1462182"/>
                  <a:gd name="connsiteY3" fmla="*/ 729967 h 731139"/>
                  <a:gd name="connsiteX4" fmla="*/ 1461786 w 1462182"/>
                  <a:gd name="connsiteY4" fmla="*/ -1172 h 731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2182" h="731139">
                    <a:moveTo>
                      <a:pt x="-397" y="-1172"/>
                    </a:moveTo>
                    <a:lnTo>
                      <a:pt x="-397" y="-1172"/>
                    </a:lnTo>
                    <a:cubicBezTo>
                      <a:pt x="-397" y="402592"/>
                      <a:pt x="326949" y="729967"/>
                      <a:pt x="730742" y="729967"/>
                    </a:cubicBezTo>
                    <a:lnTo>
                      <a:pt x="1461786" y="729967"/>
                    </a:lnTo>
                    <a:lnTo>
                      <a:pt x="1461786" y="-1172"/>
                    </a:lnTo>
                    <a:close/>
                  </a:path>
                </a:pathLst>
              </a:custGeom>
              <a:solidFill>
                <a:schemeClr val="accent4"/>
              </a:solidFill>
              <a:ln w="9525" cap="flat">
                <a:noFill/>
                <a:prstDash val="solid"/>
                <a:miter/>
              </a:ln>
            </p:spPr>
            <p:txBody>
              <a:bodyPr rtlCol="0" anchor="ctr"/>
              <a:lstStyle/>
              <a:p>
                <a:endParaRPr lang="zh-CN" altLang="en-US"/>
              </a:p>
            </p:txBody>
          </p:sp>
          <p:sp>
            <p:nvSpPr>
              <p:cNvPr id="18" name="任意多边形: 形状 17"/>
              <p:cNvSpPr/>
              <p:nvPr/>
            </p:nvSpPr>
            <p:spPr>
              <a:xfrm>
                <a:off x="1946624" y="2830191"/>
                <a:ext cx="696182" cy="696182"/>
              </a:xfrm>
              <a:custGeom>
                <a:avLst/>
                <a:gdLst>
                  <a:gd name="connsiteX0" fmla="*/ 696182 w 696182"/>
                  <a:gd name="connsiteY0" fmla="*/ 314897 h 696182"/>
                  <a:gd name="connsiteX1" fmla="*/ 428339 w 696182"/>
                  <a:gd name="connsiteY1" fmla="*/ 314897 h 696182"/>
                  <a:gd name="connsiteX2" fmla="*/ 617696 w 696182"/>
                  <a:gd name="connsiteY2" fmla="*/ 125444 h 696182"/>
                  <a:gd name="connsiteX3" fmla="*/ 570643 w 696182"/>
                  <a:gd name="connsiteY3" fmla="*/ 78486 h 696182"/>
                  <a:gd name="connsiteX4" fmla="*/ 381286 w 696182"/>
                  <a:gd name="connsiteY4" fmla="*/ 267843 h 696182"/>
                  <a:gd name="connsiteX5" fmla="*/ 381286 w 696182"/>
                  <a:gd name="connsiteY5" fmla="*/ 0 h 696182"/>
                  <a:gd name="connsiteX6" fmla="*/ 314801 w 696182"/>
                  <a:gd name="connsiteY6" fmla="*/ 0 h 696182"/>
                  <a:gd name="connsiteX7" fmla="*/ 314801 w 696182"/>
                  <a:gd name="connsiteY7" fmla="*/ 267843 h 696182"/>
                  <a:gd name="connsiteX8" fmla="*/ 125444 w 696182"/>
                  <a:gd name="connsiteY8" fmla="*/ 78486 h 696182"/>
                  <a:gd name="connsiteX9" fmla="*/ 78391 w 696182"/>
                  <a:gd name="connsiteY9" fmla="*/ 125444 h 696182"/>
                  <a:gd name="connsiteX10" fmla="*/ 267748 w 696182"/>
                  <a:gd name="connsiteY10" fmla="*/ 314897 h 696182"/>
                  <a:gd name="connsiteX11" fmla="*/ 0 w 696182"/>
                  <a:gd name="connsiteY11" fmla="*/ 314897 h 696182"/>
                  <a:gd name="connsiteX12" fmla="*/ 0 w 696182"/>
                  <a:gd name="connsiteY12" fmla="*/ 381381 h 696182"/>
                  <a:gd name="connsiteX13" fmla="*/ 267748 w 696182"/>
                  <a:gd name="connsiteY13" fmla="*/ 381381 h 696182"/>
                  <a:gd name="connsiteX14" fmla="*/ 78391 w 696182"/>
                  <a:gd name="connsiteY14" fmla="*/ 570738 h 696182"/>
                  <a:gd name="connsiteX15" fmla="*/ 125444 w 696182"/>
                  <a:gd name="connsiteY15" fmla="*/ 617792 h 696182"/>
                  <a:gd name="connsiteX16" fmla="*/ 314801 w 696182"/>
                  <a:gd name="connsiteY16" fmla="*/ 428339 h 696182"/>
                  <a:gd name="connsiteX17" fmla="*/ 314801 w 696182"/>
                  <a:gd name="connsiteY17" fmla="*/ 696182 h 696182"/>
                  <a:gd name="connsiteX18" fmla="*/ 381286 w 696182"/>
                  <a:gd name="connsiteY18" fmla="*/ 696182 h 696182"/>
                  <a:gd name="connsiteX19" fmla="*/ 381286 w 696182"/>
                  <a:gd name="connsiteY19" fmla="*/ 428339 h 696182"/>
                  <a:gd name="connsiteX20" fmla="*/ 570643 w 696182"/>
                  <a:gd name="connsiteY20" fmla="*/ 617792 h 696182"/>
                  <a:gd name="connsiteX21" fmla="*/ 617696 w 696182"/>
                  <a:gd name="connsiteY21" fmla="*/ 570738 h 696182"/>
                  <a:gd name="connsiteX22" fmla="*/ 428339 w 696182"/>
                  <a:gd name="connsiteY22" fmla="*/ 381381 h 696182"/>
                  <a:gd name="connsiteX23" fmla="*/ 696182 w 696182"/>
                  <a:gd name="connsiteY23" fmla="*/ 381381 h 696182"/>
                  <a:gd name="connsiteX24" fmla="*/ 696182 w 696182"/>
                  <a:gd name="connsiteY24" fmla="*/ 314897 h 69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96182" h="696182">
                    <a:moveTo>
                      <a:pt x="696182" y="314897"/>
                    </a:moveTo>
                    <a:lnTo>
                      <a:pt x="428339" y="314897"/>
                    </a:lnTo>
                    <a:lnTo>
                      <a:pt x="617696" y="125444"/>
                    </a:lnTo>
                    <a:lnTo>
                      <a:pt x="570643" y="78486"/>
                    </a:lnTo>
                    <a:lnTo>
                      <a:pt x="381286" y="267843"/>
                    </a:lnTo>
                    <a:lnTo>
                      <a:pt x="381286" y="0"/>
                    </a:lnTo>
                    <a:lnTo>
                      <a:pt x="314801" y="0"/>
                    </a:lnTo>
                    <a:lnTo>
                      <a:pt x="314801" y="267843"/>
                    </a:lnTo>
                    <a:lnTo>
                      <a:pt x="125444" y="78486"/>
                    </a:lnTo>
                    <a:lnTo>
                      <a:pt x="78391" y="125444"/>
                    </a:lnTo>
                    <a:lnTo>
                      <a:pt x="267748" y="314897"/>
                    </a:lnTo>
                    <a:lnTo>
                      <a:pt x="0" y="314897"/>
                    </a:lnTo>
                    <a:lnTo>
                      <a:pt x="0" y="381381"/>
                    </a:lnTo>
                    <a:lnTo>
                      <a:pt x="267748" y="381381"/>
                    </a:lnTo>
                    <a:lnTo>
                      <a:pt x="78391" y="570738"/>
                    </a:lnTo>
                    <a:lnTo>
                      <a:pt x="125444" y="617792"/>
                    </a:lnTo>
                    <a:lnTo>
                      <a:pt x="314801" y="428339"/>
                    </a:lnTo>
                    <a:lnTo>
                      <a:pt x="314801" y="696182"/>
                    </a:lnTo>
                    <a:lnTo>
                      <a:pt x="381286" y="696182"/>
                    </a:lnTo>
                    <a:lnTo>
                      <a:pt x="381286" y="428339"/>
                    </a:lnTo>
                    <a:lnTo>
                      <a:pt x="570643" y="617792"/>
                    </a:lnTo>
                    <a:lnTo>
                      <a:pt x="617696" y="570738"/>
                    </a:lnTo>
                    <a:lnTo>
                      <a:pt x="428339" y="381381"/>
                    </a:lnTo>
                    <a:lnTo>
                      <a:pt x="696182" y="381381"/>
                    </a:lnTo>
                    <a:lnTo>
                      <a:pt x="696182" y="314897"/>
                    </a:lnTo>
                    <a:close/>
                  </a:path>
                </a:pathLst>
              </a:custGeom>
              <a:solidFill>
                <a:schemeClr val="accent3"/>
              </a:solidFill>
              <a:ln w="9525" cap="flat">
                <a:noFill/>
                <a:prstDash val="solid"/>
                <a:miter/>
              </a:ln>
            </p:spPr>
            <p:txBody>
              <a:bodyPr rtlCol="0" anchor="ctr"/>
              <a:lstStyle/>
              <a:p>
                <a:endParaRPr lang="zh-CN" altLang="en-US"/>
              </a:p>
            </p:txBody>
          </p:sp>
        </p:grpSp>
        <p:sp>
          <p:nvSpPr>
            <p:cNvPr id="19" name="任意多边形: 形状 18"/>
            <p:cNvSpPr/>
            <p:nvPr/>
          </p:nvSpPr>
          <p:spPr>
            <a:xfrm>
              <a:off x="9342009" y="1030767"/>
              <a:ext cx="696182" cy="696182"/>
            </a:xfrm>
            <a:custGeom>
              <a:avLst/>
              <a:gdLst>
                <a:gd name="connsiteX0" fmla="*/ 696182 w 696182"/>
                <a:gd name="connsiteY0" fmla="*/ 314801 h 696182"/>
                <a:gd name="connsiteX1" fmla="*/ 428339 w 696182"/>
                <a:gd name="connsiteY1" fmla="*/ 314801 h 696182"/>
                <a:gd name="connsiteX2" fmla="*/ 617696 w 696182"/>
                <a:gd name="connsiteY2" fmla="*/ 125444 h 696182"/>
                <a:gd name="connsiteX3" fmla="*/ 570643 w 696182"/>
                <a:gd name="connsiteY3" fmla="*/ 78391 h 696182"/>
                <a:gd name="connsiteX4" fmla="*/ 381286 w 696182"/>
                <a:gd name="connsiteY4" fmla="*/ 267748 h 696182"/>
                <a:gd name="connsiteX5" fmla="*/ 381286 w 696182"/>
                <a:gd name="connsiteY5" fmla="*/ 0 h 696182"/>
                <a:gd name="connsiteX6" fmla="*/ 314801 w 696182"/>
                <a:gd name="connsiteY6" fmla="*/ 0 h 696182"/>
                <a:gd name="connsiteX7" fmla="*/ 314801 w 696182"/>
                <a:gd name="connsiteY7" fmla="*/ 267843 h 696182"/>
                <a:gd name="connsiteX8" fmla="*/ 125444 w 696182"/>
                <a:gd name="connsiteY8" fmla="*/ 78391 h 696182"/>
                <a:gd name="connsiteX9" fmla="*/ 78391 w 696182"/>
                <a:gd name="connsiteY9" fmla="*/ 125444 h 696182"/>
                <a:gd name="connsiteX10" fmla="*/ 267748 w 696182"/>
                <a:gd name="connsiteY10" fmla="*/ 314801 h 696182"/>
                <a:gd name="connsiteX11" fmla="*/ 0 w 696182"/>
                <a:gd name="connsiteY11" fmla="*/ 314801 h 696182"/>
                <a:gd name="connsiteX12" fmla="*/ 0 w 696182"/>
                <a:gd name="connsiteY12" fmla="*/ 381286 h 696182"/>
                <a:gd name="connsiteX13" fmla="*/ 267748 w 696182"/>
                <a:gd name="connsiteY13" fmla="*/ 381286 h 696182"/>
                <a:gd name="connsiteX14" fmla="*/ 78391 w 696182"/>
                <a:gd name="connsiteY14" fmla="*/ 570738 h 696182"/>
                <a:gd name="connsiteX15" fmla="*/ 125444 w 696182"/>
                <a:gd name="connsiteY15" fmla="*/ 617696 h 696182"/>
                <a:gd name="connsiteX16" fmla="*/ 314801 w 696182"/>
                <a:gd name="connsiteY16" fmla="*/ 428339 h 696182"/>
                <a:gd name="connsiteX17" fmla="*/ 314801 w 696182"/>
                <a:gd name="connsiteY17" fmla="*/ 696182 h 696182"/>
                <a:gd name="connsiteX18" fmla="*/ 381286 w 696182"/>
                <a:gd name="connsiteY18" fmla="*/ 696182 h 696182"/>
                <a:gd name="connsiteX19" fmla="*/ 381286 w 696182"/>
                <a:gd name="connsiteY19" fmla="*/ 428339 h 696182"/>
                <a:gd name="connsiteX20" fmla="*/ 570643 w 696182"/>
                <a:gd name="connsiteY20" fmla="*/ 617696 h 696182"/>
                <a:gd name="connsiteX21" fmla="*/ 617696 w 696182"/>
                <a:gd name="connsiteY21" fmla="*/ 570738 h 696182"/>
                <a:gd name="connsiteX22" fmla="*/ 428339 w 696182"/>
                <a:gd name="connsiteY22" fmla="*/ 381286 h 696182"/>
                <a:gd name="connsiteX23" fmla="*/ 696182 w 696182"/>
                <a:gd name="connsiteY23" fmla="*/ 381286 h 696182"/>
                <a:gd name="connsiteX24" fmla="*/ 696182 w 696182"/>
                <a:gd name="connsiteY24" fmla="*/ 314801 h 69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96182" h="696182">
                  <a:moveTo>
                    <a:pt x="696182" y="314801"/>
                  </a:moveTo>
                  <a:lnTo>
                    <a:pt x="428339" y="314801"/>
                  </a:lnTo>
                  <a:lnTo>
                    <a:pt x="617696" y="125444"/>
                  </a:lnTo>
                  <a:lnTo>
                    <a:pt x="570643" y="78391"/>
                  </a:lnTo>
                  <a:lnTo>
                    <a:pt x="381286" y="267748"/>
                  </a:lnTo>
                  <a:lnTo>
                    <a:pt x="381286" y="0"/>
                  </a:lnTo>
                  <a:lnTo>
                    <a:pt x="314801" y="0"/>
                  </a:lnTo>
                  <a:lnTo>
                    <a:pt x="314801" y="267843"/>
                  </a:lnTo>
                  <a:lnTo>
                    <a:pt x="125444" y="78391"/>
                  </a:lnTo>
                  <a:lnTo>
                    <a:pt x="78391" y="125444"/>
                  </a:lnTo>
                  <a:lnTo>
                    <a:pt x="267748" y="314801"/>
                  </a:lnTo>
                  <a:lnTo>
                    <a:pt x="0" y="314801"/>
                  </a:lnTo>
                  <a:lnTo>
                    <a:pt x="0" y="381286"/>
                  </a:lnTo>
                  <a:lnTo>
                    <a:pt x="267748" y="381286"/>
                  </a:lnTo>
                  <a:lnTo>
                    <a:pt x="78391" y="570738"/>
                  </a:lnTo>
                  <a:lnTo>
                    <a:pt x="125444" y="617696"/>
                  </a:lnTo>
                  <a:lnTo>
                    <a:pt x="314801" y="428339"/>
                  </a:lnTo>
                  <a:lnTo>
                    <a:pt x="314801" y="696182"/>
                  </a:lnTo>
                  <a:lnTo>
                    <a:pt x="381286" y="696182"/>
                  </a:lnTo>
                  <a:lnTo>
                    <a:pt x="381286" y="428339"/>
                  </a:lnTo>
                  <a:lnTo>
                    <a:pt x="570643" y="617696"/>
                  </a:lnTo>
                  <a:lnTo>
                    <a:pt x="617696" y="570738"/>
                  </a:lnTo>
                  <a:lnTo>
                    <a:pt x="428339" y="381286"/>
                  </a:lnTo>
                  <a:lnTo>
                    <a:pt x="696182" y="381286"/>
                  </a:lnTo>
                  <a:lnTo>
                    <a:pt x="696182" y="314801"/>
                  </a:lnTo>
                  <a:close/>
                </a:path>
              </a:pathLst>
            </a:custGeom>
            <a:solidFill>
              <a:schemeClr val="accent4"/>
            </a:solidFill>
            <a:ln w="9525" cap="flat">
              <a:noFill/>
              <a:prstDash val="solid"/>
              <a:miter/>
            </a:ln>
          </p:spPr>
          <p:txBody>
            <a:bodyPr rtlCol="0" anchor="ctr"/>
            <a:lstStyle/>
            <a:p>
              <a:endParaRPr lang="zh-CN" altLang="en-US"/>
            </a:p>
          </p:txBody>
        </p:sp>
        <p:grpSp>
          <p:nvGrpSpPr>
            <p:cNvPr id="42" name="组合 41"/>
            <p:cNvGrpSpPr/>
            <p:nvPr/>
          </p:nvGrpSpPr>
          <p:grpSpPr>
            <a:xfrm>
              <a:off x="734092" y="4585934"/>
              <a:ext cx="525875" cy="1439704"/>
              <a:chOff x="734092" y="4585934"/>
              <a:chExt cx="525875" cy="1439704"/>
            </a:xfrm>
          </p:grpSpPr>
          <p:sp>
            <p:nvSpPr>
              <p:cNvPr id="22" name="任意多边形: 形状 21"/>
              <p:cNvSpPr/>
              <p:nvPr/>
            </p:nvSpPr>
            <p:spPr>
              <a:xfrm>
                <a:off x="734092" y="5921625"/>
                <a:ext cx="103632" cy="103631"/>
              </a:xfrm>
              <a:custGeom>
                <a:avLst/>
                <a:gdLst>
                  <a:gd name="connsiteX0" fmla="*/ 103632 w 103632"/>
                  <a:gd name="connsiteY0" fmla="*/ 51816 h 103631"/>
                  <a:gd name="connsiteX1" fmla="*/ 51816 w 103632"/>
                  <a:gd name="connsiteY1" fmla="*/ 103632 h 103631"/>
                  <a:gd name="connsiteX2" fmla="*/ 0 w 103632"/>
                  <a:gd name="connsiteY2" fmla="*/ 51816 h 103631"/>
                  <a:gd name="connsiteX3" fmla="*/ 51816 w 103632"/>
                  <a:gd name="connsiteY3" fmla="*/ 0 h 103631"/>
                  <a:gd name="connsiteX4" fmla="*/ 103632 w 103632"/>
                  <a:gd name="connsiteY4" fmla="*/ 51816 h 103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632" h="103631">
                    <a:moveTo>
                      <a:pt x="103632" y="51816"/>
                    </a:moveTo>
                    <a:cubicBezTo>
                      <a:pt x="103632" y="80433"/>
                      <a:pt x="80433" y="103632"/>
                      <a:pt x="51816" y="103632"/>
                    </a:cubicBezTo>
                    <a:cubicBezTo>
                      <a:pt x="23199" y="103632"/>
                      <a:pt x="0" y="80433"/>
                      <a:pt x="0" y="51816"/>
                    </a:cubicBezTo>
                    <a:cubicBezTo>
                      <a:pt x="0" y="23199"/>
                      <a:pt x="23199" y="0"/>
                      <a:pt x="51816" y="0"/>
                    </a:cubicBezTo>
                    <a:cubicBezTo>
                      <a:pt x="80433" y="0"/>
                      <a:pt x="103632" y="23199"/>
                      <a:pt x="103632" y="51816"/>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23" name="任意多边形: 形状 22"/>
              <p:cNvSpPr/>
              <p:nvPr/>
            </p:nvSpPr>
            <p:spPr>
              <a:xfrm>
                <a:off x="734092" y="5476426"/>
                <a:ext cx="103631" cy="103632"/>
              </a:xfrm>
              <a:custGeom>
                <a:avLst/>
                <a:gdLst>
                  <a:gd name="connsiteX0" fmla="*/ 51419 w 103631"/>
                  <a:gd name="connsiteY0" fmla="*/ -1172 h 103632"/>
                  <a:gd name="connsiteX1" fmla="*/ 103235 w 103631"/>
                  <a:gd name="connsiteY1" fmla="*/ 50645 h 103632"/>
                  <a:gd name="connsiteX2" fmla="*/ 51419 w 103631"/>
                  <a:gd name="connsiteY2" fmla="*/ 102460 h 103632"/>
                  <a:gd name="connsiteX3" fmla="*/ -397 w 103631"/>
                  <a:gd name="connsiteY3" fmla="*/ 50645 h 103632"/>
                  <a:gd name="connsiteX4" fmla="*/ 51229 w 103631"/>
                  <a:gd name="connsiteY4" fmla="*/ -1172 h 103632"/>
                  <a:gd name="connsiteX5" fmla="*/ 51419 w 103631"/>
                  <a:gd name="connsiteY5" fmla="*/ -1172 h 10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31" h="103632">
                    <a:moveTo>
                      <a:pt x="51419" y="-1172"/>
                    </a:moveTo>
                    <a:cubicBezTo>
                      <a:pt x="80033" y="-1172"/>
                      <a:pt x="103235" y="22070"/>
                      <a:pt x="103235" y="50645"/>
                    </a:cubicBezTo>
                    <a:cubicBezTo>
                      <a:pt x="103235" y="79220"/>
                      <a:pt x="80033" y="102460"/>
                      <a:pt x="51419" y="102460"/>
                    </a:cubicBezTo>
                    <a:cubicBezTo>
                      <a:pt x="22806" y="102460"/>
                      <a:pt x="-397" y="79220"/>
                      <a:pt x="-397" y="50645"/>
                    </a:cubicBezTo>
                    <a:cubicBezTo>
                      <a:pt x="-454" y="22070"/>
                      <a:pt x="22663" y="-1077"/>
                      <a:pt x="51229" y="-1172"/>
                    </a:cubicBezTo>
                    <a:cubicBezTo>
                      <a:pt x="51295" y="-1172"/>
                      <a:pt x="51353" y="-1172"/>
                      <a:pt x="51419" y="-1172"/>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24" name="任意多边形: 形状 23"/>
              <p:cNvSpPr/>
              <p:nvPr/>
            </p:nvSpPr>
            <p:spPr>
              <a:xfrm>
                <a:off x="734092" y="5031133"/>
                <a:ext cx="103631" cy="103632"/>
              </a:xfrm>
              <a:custGeom>
                <a:avLst/>
                <a:gdLst>
                  <a:gd name="connsiteX0" fmla="*/ 51419 w 103631"/>
                  <a:gd name="connsiteY0" fmla="*/ -1172 h 103632"/>
                  <a:gd name="connsiteX1" fmla="*/ 103235 w 103631"/>
                  <a:gd name="connsiteY1" fmla="*/ 50645 h 103632"/>
                  <a:gd name="connsiteX2" fmla="*/ 51419 w 103631"/>
                  <a:gd name="connsiteY2" fmla="*/ 102460 h 103632"/>
                  <a:gd name="connsiteX3" fmla="*/ -397 w 103631"/>
                  <a:gd name="connsiteY3" fmla="*/ 50645 h 103632"/>
                  <a:gd name="connsiteX4" fmla="*/ 51419 w 103631"/>
                  <a:gd name="connsiteY4" fmla="*/ -1172 h 103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631" h="103632">
                    <a:moveTo>
                      <a:pt x="51419" y="-1172"/>
                    </a:moveTo>
                    <a:cubicBezTo>
                      <a:pt x="80032" y="-1172"/>
                      <a:pt x="103235" y="22070"/>
                      <a:pt x="103235" y="50645"/>
                    </a:cubicBezTo>
                    <a:cubicBezTo>
                      <a:pt x="103235" y="79220"/>
                      <a:pt x="80032" y="102460"/>
                      <a:pt x="51419" y="102460"/>
                    </a:cubicBezTo>
                    <a:cubicBezTo>
                      <a:pt x="22806" y="102460"/>
                      <a:pt x="-397" y="79220"/>
                      <a:pt x="-397" y="50645"/>
                    </a:cubicBezTo>
                    <a:cubicBezTo>
                      <a:pt x="-397" y="22070"/>
                      <a:pt x="22806" y="-1172"/>
                      <a:pt x="51419" y="-1172"/>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25" name="任意多边形: 形状 24"/>
              <p:cNvSpPr/>
              <p:nvPr/>
            </p:nvSpPr>
            <p:spPr>
              <a:xfrm>
                <a:off x="734092" y="4585935"/>
                <a:ext cx="103632" cy="103631"/>
              </a:xfrm>
              <a:custGeom>
                <a:avLst/>
                <a:gdLst>
                  <a:gd name="connsiteX0" fmla="*/ 103632 w 103632"/>
                  <a:gd name="connsiteY0" fmla="*/ 51816 h 103631"/>
                  <a:gd name="connsiteX1" fmla="*/ 51816 w 103632"/>
                  <a:gd name="connsiteY1" fmla="*/ 103632 h 103631"/>
                  <a:gd name="connsiteX2" fmla="*/ 0 w 103632"/>
                  <a:gd name="connsiteY2" fmla="*/ 51816 h 103631"/>
                  <a:gd name="connsiteX3" fmla="*/ 51816 w 103632"/>
                  <a:gd name="connsiteY3" fmla="*/ 0 h 103631"/>
                  <a:gd name="connsiteX4" fmla="*/ 103632 w 103632"/>
                  <a:gd name="connsiteY4" fmla="*/ 51816 h 103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632" h="103631">
                    <a:moveTo>
                      <a:pt x="103632" y="51816"/>
                    </a:moveTo>
                    <a:cubicBezTo>
                      <a:pt x="103632" y="80433"/>
                      <a:pt x="80433" y="103632"/>
                      <a:pt x="51816" y="103632"/>
                    </a:cubicBezTo>
                    <a:cubicBezTo>
                      <a:pt x="23199" y="103632"/>
                      <a:pt x="0" y="80433"/>
                      <a:pt x="0" y="51816"/>
                    </a:cubicBezTo>
                    <a:cubicBezTo>
                      <a:pt x="0" y="23199"/>
                      <a:pt x="23199" y="0"/>
                      <a:pt x="51816" y="0"/>
                    </a:cubicBezTo>
                    <a:cubicBezTo>
                      <a:pt x="80433" y="0"/>
                      <a:pt x="103632" y="23199"/>
                      <a:pt x="103632" y="51816"/>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26" name="任意多边形: 形状 25"/>
              <p:cNvSpPr/>
              <p:nvPr/>
            </p:nvSpPr>
            <p:spPr>
              <a:xfrm>
                <a:off x="1156335" y="5922006"/>
                <a:ext cx="103632" cy="103632"/>
              </a:xfrm>
              <a:custGeom>
                <a:avLst/>
                <a:gdLst>
                  <a:gd name="connsiteX0" fmla="*/ 51419 w 103632"/>
                  <a:gd name="connsiteY0" fmla="*/ -1172 h 103632"/>
                  <a:gd name="connsiteX1" fmla="*/ 103235 w 103632"/>
                  <a:gd name="connsiteY1" fmla="*/ 50643 h 103632"/>
                  <a:gd name="connsiteX2" fmla="*/ 51419 w 103632"/>
                  <a:gd name="connsiteY2" fmla="*/ 102460 h 103632"/>
                  <a:gd name="connsiteX3" fmla="*/ -397 w 103632"/>
                  <a:gd name="connsiteY3" fmla="*/ 50643 h 103632"/>
                  <a:gd name="connsiteX4" fmla="*/ 51419 w 103632"/>
                  <a:gd name="connsiteY4" fmla="*/ -1172 h 103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632" h="103632">
                    <a:moveTo>
                      <a:pt x="51419" y="-1172"/>
                    </a:moveTo>
                    <a:cubicBezTo>
                      <a:pt x="80032" y="-1172"/>
                      <a:pt x="103235" y="22068"/>
                      <a:pt x="103235" y="50643"/>
                    </a:cubicBezTo>
                    <a:cubicBezTo>
                      <a:pt x="103235" y="79218"/>
                      <a:pt x="80032" y="102460"/>
                      <a:pt x="51419" y="102460"/>
                    </a:cubicBezTo>
                    <a:cubicBezTo>
                      <a:pt x="22806" y="102460"/>
                      <a:pt x="-397" y="79218"/>
                      <a:pt x="-397" y="50643"/>
                    </a:cubicBezTo>
                    <a:cubicBezTo>
                      <a:pt x="-397" y="22068"/>
                      <a:pt x="22806" y="-1172"/>
                      <a:pt x="51419" y="-1172"/>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27" name="任意多边形: 形状 26"/>
              <p:cNvSpPr/>
              <p:nvPr/>
            </p:nvSpPr>
            <p:spPr>
              <a:xfrm>
                <a:off x="1156335" y="5476426"/>
                <a:ext cx="103632" cy="103632"/>
              </a:xfrm>
              <a:custGeom>
                <a:avLst/>
                <a:gdLst>
                  <a:gd name="connsiteX0" fmla="*/ 51419 w 103632"/>
                  <a:gd name="connsiteY0" fmla="*/ -1172 h 103632"/>
                  <a:gd name="connsiteX1" fmla="*/ 103236 w 103632"/>
                  <a:gd name="connsiteY1" fmla="*/ 50645 h 103632"/>
                  <a:gd name="connsiteX2" fmla="*/ 51419 w 103632"/>
                  <a:gd name="connsiteY2" fmla="*/ 102460 h 103632"/>
                  <a:gd name="connsiteX3" fmla="*/ -397 w 103632"/>
                  <a:gd name="connsiteY3" fmla="*/ 50645 h 103632"/>
                  <a:gd name="connsiteX4" fmla="*/ 51229 w 103632"/>
                  <a:gd name="connsiteY4" fmla="*/ -1172 h 103632"/>
                  <a:gd name="connsiteX5" fmla="*/ 51419 w 103632"/>
                  <a:gd name="connsiteY5" fmla="*/ -1172 h 10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32" h="103632">
                    <a:moveTo>
                      <a:pt x="51419" y="-1172"/>
                    </a:moveTo>
                    <a:cubicBezTo>
                      <a:pt x="80033" y="-1172"/>
                      <a:pt x="103236" y="22070"/>
                      <a:pt x="103236" y="50645"/>
                    </a:cubicBezTo>
                    <a:cubicBezTo>
                      <a:pt x="103236" y="79220"/>
                      <a:pt x="80033" y="102460"/>
                      <a:pt x="51419" y="102460"/>
                    </a:cubicBezTo>
                    <a:cubicBezTo>
                      <a:pt x="22806" y="102460"/>
                      <a:pt x="-397" y="79220"/>
                      <a:pt x="-397" y="50645"/>
                    </a:cubicBezTo>
                    <a:cubicBezTo>
                      <a:pt x="-454" y="22070"/>
                      <a:pt x="22663" y="-1077"/>
                      <a:pt x="51229" y="-1172"/>
                    </a:cubicBezTo>
                    <a:cubicBezTo>
                      <a:pt x="51296" y="-1172"/>
                      <a:pt x="51353" y="-1172"/>
                      <a:pt x="51419" y="-1172"/>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28" name="任意多边形: 形状 27"/>
              <p:cNvSpPr/>
              <p:nvPr/>
            </p:nvSpPr>
            <p:spPr>
              <a:xfrm>
                <a:off x="1156335" y="5031133"/>
                <a:ext cx="103632" cy="103632"/>
              </a:xfrm>
              <a:custGeom>
                <a:avLst/>
                <a:gdLst>
                  <a:gd name="connsiteX0" fmla="*/ 51419 w 103632"/>
                  <a:gd name="connsiteY0" fmla="*/ -1172 h 103632"/>
                  <a:gd name="connsiteX1" fmla="*/ 103235 w 103632"/>
                  <a:gd name="connsiteY1" fmla="*/ 50645 h 103632"/>
                  <a:gd name="connsiteX2" fmla="*/ 51419 w 103632"/>
                  <a:gd name="connsiteY2" fmla="*/ 102460 h 103632"/>
                  <a:gd name="connsiteX3" fmla="*/ -397 w 103632"/>
                  <a:gd name="connsiteY3" fmla="*/ 50645 h 103632"/>
                  <a:gd name="connsiteX4" fmla="*/ 51419 w 103632"/>
                  <a:gd name="connsiteY4" fmla="*/ -1172 h 103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632" h="103632">
                    <a:moveTo>
                      <a:pt x="51419" y="-1172"/>
                    </a:moveTo>
                    <a:cubicBezTo>
                      <a:pt x="80032" y="-1172"/>
                      <a:pt x="103235" y="22070"/>
                      <a:pt x="103235" y="50645"/>
                    </a:cubicBezTo>
                    <a:cubicBezTo>
                      <a:pt x="103235" y="79220"/>
                      <a:pt x="80032" y="102460"/>
                      <a:pt x="51419" y="102460"/>
                    </a:cubicBezTo>
                    <a:cubicBezTo>
                      <a:pt x="22806" y="102460"/>
                      <a:pt x="-397" y="79220"/>
                      <a:pt x="-397" y="50645"/>
                    </a:cubicBezTo>
                    <a:cubicBezTo>
                      <a:pt x="-397" y="22070"/>
                      <a:pt x="22806" y="-1172"/>
                      <a:pt x="51419" y="-1172"/>
                    </a:cubicBezTo>
                    <a:close/>
                  </a:path>
                </a:pathLst>
              </a:custGeom>
              <a:solidFill>
                <a:schemeClr val="accent2">
                  <a:lumMod val="50000"/>
                </a:schemeClr>
              </a:solidFill>
              <a:ln w="9525" cap="flat">
                <a:noFill/>
                <a:prstDash val="solid"/>
                <a:miter/>
              </a:ln>
            </p:spPr>
            <p:txBody>
              <a:bodyPr rtlCol="0" anchor="ctr"/>
              <a:lstStyle/>
              <a:p>
                <a:endParaRPr lang="zh-CN" altLang="en-US"/>
              </a:p>
            </p:txBody>
          </p:sp>
          <p:sp>
            <p:nvSpPr>
              <p:cNvPr id="29" name="任意多边形: 形状 28"/>
              <p:cNvSpPr/>
              <p:nvPr/>
            </p:nvSpPr>
            <p:spPr>
              <a:xfrm>
                <a:off x="1156335" y="4585934"/>
                <a:ext cx="103632" cy="103632"/>
              </a:xfrm>
              <a:custGeom>
                <a:avLst/>
                <a:gdLst>
                  <a:gd name="connsiteX0" fmla="*/ 51419 w 103632"/>
                  <a:gd name="connsiteY0" fmla="*/ -1172 h 103632"/>
                  <a:gd name="connsiteX1" fmla="*/ 103236 w 103632"/>
                  <a:gd name="connsiteY1" fmla="*/ 50645 h 103632"/>
                  <a:gd name="connsiteX2" fmla="*/ 51419 w 103632"/>
                  <a:gd name="connsiteY2" fmla="*/ 102460 h 103632"/>
                  <a:gd name="connsiteX3" fmla="*/ -397 w 103632"/>
                  <a:gd name="connsiteY3" fmla="*/ 50645 h 103632"/>
                  <a:gd name="connsiteX4" fmla="*/ 51229 w 103632"/>
                  <a:gd name="connsiteY4" fmla="*/ -1172 h 103632"/>
                  <a:gd name="connsiteX5" fmla="*/ 51419 w 103632"/>
                  <a:gd name="connsiteY5" fmla="*/ -1172 h 10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32" h="103632">
                    <a:moveTo>
                      <a:pt x="51419" y="-1172"/>
                    </a:moveTo>
                    <a:cubicBezTo>
                      <a:pt x="80033" y="-1172"/>
                      <a:pt x="103236" y="22070"/>
                      <a:pt x="103236" y="50645"/>
                    </a:cubicBezTo>
                    <a:cubicBezTo>
                      <a:pt x="103236" y="79220"/>
                      <a:pt x="80033" y="102460"/>
                      <a:pt x="51419" y="102460"/>
                    </a:cubicBezTo>
                    <a:cubicBezTo>
                      <a:pt x="22806" y="102460"/>
                      <a:pt x="-397" y="79220"/>
                      <a:pt x="-397" y="50645"/>
                    </a:cubicBezTo>
                    <a:cubicBezTo>
                      <a:pt x="-454" y="22070"/>
                      <a:pt x="22663" y="-1077"/>
                      <a:pt x="51229" y="-1172"/>
                    </a:cubicBezTo>
                    <a:cubicBezTo>
                      <a:pt x="51296" y="-1172"/>
                      <a:pt x="51353" y="-1172"/>
                      <a:pt x="51419" y="-1172"/>
                    </a:cubicBezTo>
                    <a:close/>
                  </a:path>
                </a:pathLst>
              </a:custGeom>
              <a:solidFill>
                <a:schemeClr val="accent2">
                  <a:lumMod val="50000"/>
                </a:schemeClr>
              </a:solidFill>
              <a:ln w="9525" cap="flat">
                <a:noFill/>
                <a:prstDash val="solid"/>
                <a:miter/>
              </a:ln>
            </p:spPr>
            <p:txBody>
              <a:bodyPr rtlCol="0" anchor="ctr"/>
              <a:lstStyle/>
              <a:p>
                <a:endParaRPr lang="zh-CN" altLang="en-US"/>
              </a:p>
            </p:txBody>
          </p:sp>
        </p:grpSp>
      </p:grpSp>
      <p:sp>
        <p:nvSpPr>
          <p:cNvPr id="2" name="标题 1"/>
          <p:cNvSpPr>
            <a:spLocks noGrp="1"/>
          </p:cNvSpPr>
          <p:nvPr>
            <p:ph type="title" hasCustomPrompt="1"/>
          </p:nvPr>
        </p:nvSpPr>
        <p:spPr>
          <a:xfrm>
            <a:off x="660400" y="1500187"/>
            <a:ext cx="2836562" cy="915667"/>
          </a:xfrm>
        </p:spPr>
        <p:txBody>
          <a:bodyPr anchor="t">
            <a:normAutofit/>
          </a:bodyPr>
          <a:lstStyle>
            <a:lvl1pPr algn="r">
              <a:defRPr sz="2800">
                <a:solidFill>
                  <a:schemeClr val="tx1"/>
                </a:solidFill>
              </a:defRPr>
            </a:lvl1pPr>
          </a:lstStyle>
          <a:p>
            <a:pPr lvl="0"/>
            <a:r>
              <a:rPr lang="en-US"/>
              <a:t>Agenda</a:t>
            </a:r>
          </a:p>
        </p:txBody>
      </p:sp>
      <p:sp>
        <p:nvSpPr>
          <p:cNvPr id="3" name="内容占位符 2"/>
          <p:cNvSpPr>
            <a:spLocks noGrp="1"/>
          </p:cNvSpPr>
          <p:nvPr>
            <p:ph sz="quarter" idx="1" hasCustomPrompt="1"/>
          </p:nvPr>
        </p:nvSpPr>
        <p:spPr>
          <a:xfrm>
            <a:off x="3745078" y="1500188"/>
            <a:ext cx="7773821" cy="4633912"/>
          </a:xfrm>
        </p:spPr>
        <p:txBody>
          <a:bodyPr/>
          <a:lstStyle>
            <a:lvl1pPr marL="342900" indent="-342900">
              <a:lnSpc>
                <a:spcPct val="100000"/>
              </a:lnSpc>
              <a:buFont typeface="+mj-lt"/>
              <a:buAutoNum type="arabicPeriod"/>
              <a:defRPr>
                <a:solidFill>
                  <a:schemeClr val="tx1"/>
                </a:solidFill>
              </a:defRPr>
            </a:lvl1pPr>
            <a:lvl2pPr marL="800100" indent="-342900">
              <a:lnSpc>
                <a:spcPct val="100000"/>
              </a:lnSpc>
              <a:buFont typeface="+mj-ea"/>
              <a:buAutoNum type="circleNumDbPlain"/>
              <a:defRPr>
                <a:solidFill>
                  <a:schemeClr val="tx1"/>
                </a:solidFill>
              </a:defRPr>
            </a:lvl2pPr>
            <a:lvl3pPr marL="1257300" indent="-342900">
              <a:lnSpc>
                <a:spcPct val="100000"/>
              </a:lnSpc>
              <a:buFont typeface="+mj-lt"/>
              <a:buAutoNum type="alphaLcParenR"/>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a:t>
            </a:fld>
            <a:endParaRPr lang="en-US" dirty="0"/>
          </a:p>
        </p:txBody>
      </p:sp>
      <p:cxnSp>
        <p:nvCxnSpPr>
          <p:cNvPr id="7" name="直接连接符 6"/>
          <p:cNvCxnSpPr/>
          <p:nvPr/>
        </p:nvCxnSpPr>
        <p:spPr>
          <a:xfrm>
            <a:off x="3621019" y="1500188"/>
            <a:ext cx="0" cy="4633913"/>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50" name="组合 49"/>
          <p:cNvGrpSpPr/>
          <p:nvPr/>
        </p:nvGrpSpPr>
        <p:grpSpPr>
          <a:xfrm>
            <a:off x="0" y="0"/>
            <a:ext cx="12191999" cy="6858000"/>
            <a:chOff x="0" y="0"/>
            <a:chExt cx="12191999" cy="6858000"/>
          </a:xfrm>
        </p:grpSpPr>
        <p:sp>
          <p:nvSpPr>
            <p:cNvPr id="10" name="任意多边形: 形状 9"/>
            <p:cNvSpPr/>
            <p:nvPr/>
          </p:nvSpPr>
          <p:spPr>
            <a:xfrm>
              <a:off x="0" y="2154809"/>
              <a:ext cx="4703190" cy="4703190"/>
            </a:xfrm>
            <a:custGeom>
              <a:avLst/>
              <a:gdLst>
                <a:gd name="connsiteX0" fmla="*/ 4703191 w 4703190"/>
                <a:gd name="connsiteY0" fmla="*/ 4701616 h 4703190"/>
                <a:gd name="connsiteX1" fmla="*/ 0 w 4703190"/>
                <a:gd name="connsiteY1" fmla="*/ 4701616 h 4703190"/>
                <a:gd name="connsiteX2" fmla="*/ 0 w 4703190"/>
                <a:gd name="connsiteY2" fmla="*/ -1575 h 4703190"/>
                <a:gd name="connsiteX3" fmla="*/ 431800 w 4703190"/>
                <a:gd name="connsiteY3" fmla="*/ 1134503 h 4703190"/>
                <a:gd name="connsiteX4" fmla="*/ 1567942 w 4703190"/>
                <a:gd name="connsiteY4" fmla="*/ 1566303 h 4703190"/>
                <a:gd name="connsiteX5" fmla="*/ 1999425 w 4703190"/>
                <a:gd name="connsiteY5" fmla="*/ 2702383 h 4703190"/>
                <a:gd name="connsiteX6" fmla="*/ 3136075 w 4703190"/>
                <a:gd name="connsiteY6" fmla="*/ 3134183 h 4703190"/>
                <a:gd name="connsiteX7" fmla="*/ 3567875 w 4703190"/>
                <a:gd name="connsiteY7" fmla="*/ 4270451 h 4703190"/>
                <a:gd name="connsiteX8" fmla="*/ 4703191 w 4703190"/>
                <a:gd name="connsiteY8" fmla="*/ 4701616 h 47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03190" h="4703190">
                  <a:moveTo>
                    <a:pt x="4703191" y="4701616"/>
                  </a:moveTo>
                  <a:lnTo>
                    <a:pt x="0" y="4701616"/>
                  </a:lnTo>
                  <a:lnTo>
                    <a:pt x="0" y="-1575"/>
                  </a:lnTo>
                  <a:cubicBezTo>
                    <a:pt x="391922" y="390157"/>
                    <a:pt x="39561" y="742582"/>
                    <a:pt x="431800" y="1134503"/>
                  </a:cubicBezTo>
                  <a:cubicBezTo>
                    <a:pt x="824040" y="1526426"/>
                    <a:pt x="1176147" y="1174065"/>
                    <a:pt x="1567942" y="1566303"/>
                  </a:cubicBezTo>
                  <a:cubicBezTo>
                    <a:pt x="1959737" y="1958543"/>
                    <a:pt x="1607630" y="2310461"/>
                    <a:pt x="1999425" y="2702383"/>
                  </a:cubicBezTo>
                  <a:cubicBezTo>
                    <a:pt x="2391220" y="3094304"/>
                    <a:pt x="2743772" y="2741943"/>
                    <a:pt x="3136075" y="3134183"/>
                  </a:cubicBezTo>
                  <a:cubicBezTo>
                    <a:pt x="3528378" y="3526422"/>
                    <a:pt x="3175572" y="3878529"/>
                    <a:pt x="3567875" y="4270451"/>
                  </a:cubicBezTo>
                  <a:cubicBezTo>
                    <a:pt x="3960178" y="4662373"/>
                    <a:pt x="4311269" y="4309503"/>
                    <a:pt x="4703191" y="4701616"/>
                  </a:cubicBezTo>
                  <a:close/>
                </a:path>
              </a:pathLst>
            </a:custGeom>
            <a:solidFill>
              <a:schemeClr val="accent1">
                <a:lumMod val="20000"/>
                <a:lumOff val="80000"/>
              </a:schemeClr>
            </a:solidFill>
            <a:ln w="6350" cap="flat">
              <a:noFill/>
              <a:prstDash val="solid"/>
              <a:miter/>
            </a:ln>
          </p:spPr>
          <p:txBody>
            <a:bodyPr rtlCol="0" anchor="ctr"/>
            <a:lstStyle/>
            <a:p>
              <a:endParaRPr lang="zh-CN" altLang="en-US"/>
            </a:p>
          </p:txBody>
        </p:sp>
        <p:sp>
          <p:nvSpPr>
            <p:cNvPr id="11" name="任意多边形: 形状 10"/>
            <p:cNvSpPr/>
            <p:nvPr/>
          </p:nvSpPr>
          <p:spPr>
            <a:xfrm>
              <a:off x="7488808" y="1"/>
              <a:ext cx="4703191" cy="4703191"/>
            </a:xfrm>
            <a:custGeom>
              <a:avLst/>
              <a:gdLst>
                <a:gd name="connsiteX0" fmla="*/ 0 w 4703191"/>
                <a:gd name="connsiteY0" fmla="*/ -1575 h 4703191"/>
                <a:gd name="connsiteX1" fmla="*/ 4703191 w 4703191"/>
                <a:gd name="connsiteY1" fmla="*/ -1575 h 4703191"/>
                <a:gd name="connsiteX2" fmla="*/ 4703191 w 4703191"/>
                <a:gd name="connsiteY2" fmla="*/ 4701617 h 4703191"/>
                <a:gd name="connsiteX3" fmla="*/ 4271391 w 4703191"/>
                <a:gd name="connsiteY3" fmla="*/ 3565473 h 4703191"/>
                <a:gd name="connsiteX4" fmla="*/ 3135249 w 4703191"/>
                <a:gd name="connsiteY4" fmla="*/ 3133673 h 4703191"/>
                <a:gd name="connsiteX5" fmla="*/ 2703449 w 4703191"/>
                <a:gd name="connsiteY5" fmla="*/ 1997532 h 4703191"/>
                <a:gd name="connsiteX6" fmla="*/ 1566799 w 4703191"/>
                <a:gd name="connsiteY6" fmla="*/ 1565732 h 4703191"/>
                <a:gd name="connsiteX7" fmla="*/ 1134999 w 4703191"/>
                <a:gd name="connsiteY7" fmla="*/ 429082 h 4703191"/>
                <a:gd name="connsiteX8" fmla="*/ 0 w 4703191"/>
                <a:gd name="connsiteY8" fmla="*/ -1575 h 470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03191" h="4703191">
                  <a:moveTo>
                    <a:pt x="0" y="-1575"/>
                  </a:moveTo>
                  <a:lnTo>
                    <a:pt x="4703191" y="-1575"/>
                  </a:lnTo>
                  <a:lnTo>
                    <a:pt x="4703191" y="4701617"/>
                  </a:lnTo>
                  <a:cubicBezTo>
                    <a:pt x="4311270" y="4309822"/>
                    <a:pt x="4663631" y="3957397"/>
                    <a:pt x="4271391" y="3565473"/>
                  </a:cubicBezTo>
                  <a:cubicBezTo>
                    <a:pt x="3879152" y="3173552"/>
                    <a:pt x="3527045" y="3525913"/>
                    <a:pt x="3135249" y="3133673"/>
                  </a:cubicBezTo>
                  <a:cubicBezTo>
                    <a:pt x="2743454" y="2741435"/>
                    <a:pt x="3095562" y="2389454"/>
                    <a:pt x="2703449" y="1997532"/>
                  </a:cubicBezTo>
                  <a:cubicBezTo>
                    <a:pt x="2311337" y="1605610"/>
                    <a:pt x="1959102" y="1957971"/>
                    <a:pt x="1566799" y="1565732"/>
                  </a:cubicBezTo>
                  <a:cubicBezTo>
                    <a:pt x="1174497" y="1173492"/>
                    <a:pt x="1527302" y="821385"/>
                    <a:pt x="1134999" y="429082"/>
                  </a:cubicBezTo>
                  <a:cubicBezTo>
                    <a:pt x="742697" y="36779"/>
                    <a:pt x="391923" y="390474"/>
                    <a:pt x="0" y="-1575"/>
                  </a:cubicBezTo>
                  <a:close/>
                </a:path>
              </a:pathLst>
            </a:custGeom>
            <a:solidFill>
              <a:schemeClr val="accent1">
                <a:lumMod val="20000"/>
                <a:lumOff val="80000"/>
              </a:schemeClr>
            </a:solidFill>
            <a:ln w="6350" cap="flat">
              <a:noFill/>
              <a:prstDash val="solid"/>
              <a:miter/>
            </a:ln>
          </p:spPr>
          <p:txBody>
            <a:bodyPr rtlCol="0" anchor="ctr"/>
            <a:lstStyle/>
            <a:p>
              <a:endParaRPr lang="zh-CN" altLang="en-US"/>
            </a:p>
          </p:txBody>
        </p:sp>
        <p:sp>
          <p:nvSpPr>
            <p:cNvPr id="12" name="任意多边形: 形状 11"/>
            <p:cNvSpPr/>
            <p:nvPr/>
          </p:nvSpPr>
          <p:spPr>
            <a:xfrm>
              <a:off x="1080198" y="0"/>
              <a:ext cx="1412557" cy="2154809"/>
            </a:xfrm>
            <a:custGeom>
              <a:avLst/>
              <a:gdLst>
                <a:gd name="connsiteX0" fmla="*/ 0 w 1412557"/>
                <a:gd name="connsiteY0" fmla="*/ 0 h 2154809"/>
                <a:gd name="connsiteX1" fmla="*/ 1412558 w 1412557"/>
                <a:gd name="connsiteY1" fmla="*/ 0 h 2154809"/>
                <a:gd name="connsiteX2" fmla="*/ 1412558 w 1412557"/>
                <a:gd name="connsiteY2" fmla="*/ 2154809 h 2154809"/>
                <a:gd name="connsiteX3" fmla="*/ 0 w 1412557"/>
                <a:gd name="connsiteY3" fmla="*/ 2154809 h 2154809"/>
              </a:gdLst>
              <a:ahLst/>
              <a:cxnLst>
                <a:cxn ang="0">
                  <a:pos x="connsiteX0" y="connsiteY0"/>
                </a:cxn>
                <a:cxn ang="0">
                  <a:pos x="connsiteX1" y="connsiteY1"/>
                </a:cxn>
                <a:cxn ang="0">
                  <a:pos x="connsiteX2" y="connsiteY2"/>
                </a:cxn>
                <a:cxn ang="0">
                  <a:pos x="connsiteX3" y="connsiteY3"/>
                </a:cxn>
              </a:cxnLst>
              <a:rect l="l" t="t" r="r" b="b"/>
              <a:pathLst>
                <a:path w="1412557" h="2154809">
                  <a:moveTo>
                    <a:pt x="0" y="0"/>
                  </a:moveTo>
                  <a:lnTo>
                    <a:pt x="1412558" y="0"/>
                  </a:lnTo>
                  <a:lnTo>
                    <a:pt x="1412558" y="2154809"/>
                  </a:lnTo>
                  <a:lnTo>
                    <a:pt x="0" y="2154809"/>
                  </a:lnTo>
                  <a:close/>
                </a:path>
              </a:pathLst>
            </a:custGeom>
            <a:solidFill>
              <a:schemeClr val="accent1"/>
            </a:solidFill>
            <a:ln w="6350" cap="flat">
              <a:noFill/>
              <a:prstDash val="solid"/>
              <a:miter/>
            </a:ln>
          </p:spPr>
          <p:txBody>
            <a:bodyPr rtlCol="0" anchor="ctr"/>
            <a:lstStyle/>
            <a:p>
              <a:endParaRPr lang="zh-CN" altLang="en-US"/>
            </a:p>
          </p:txBody>
        </p:sp>
        <p:sp>
          <p:nvSpPr>
            <p:cNvPr id="13" name="任意多边形: 形状 12"/>
            <p:cNvSpPr/>
            <p:nvPr/>
          </p:nvSpPr>
          <p:spPr>
            <a:xfrm rot="18900000">
              <a:off x="1080216" y="1448485"/>
              <a:ext cx="1412621" cy="1412621"/>
            </a:xfrm>
            <a:custGeom>
              <a:avLst/>
              <a:gdLst>
                <a:gd name="connsiteX0" fmla="*/ 1412622 w 1412621"/>
                <a:gd name="connsiteY0" fmla="*/ 704736 h 1412621"/>
                <a:gd name="connsiteX1" fmla="*/ 706311 w 1412621"/>
                <a:gd name="connsiteY1" fmla="*/ 1411046 h 1412621"/>
                <a:gd name="connsiteX2" fmla="*/ 0 w 1412621"/>
                <a:gd name="connsiteY2" fmla="*/ 704736 h 1412621"/>
                <a:gd name="connsiteX3" fmla="*/ 706311 w 1412621"/>
                <a:gd name="connsiteY3" fmla="*/ -1575 h 1412621"/>
                <a:gd name="connsiteX4" fmla="*/ 1412622 w 1412621"/>
                <a:gd name="connsiteY4" fmla="*/ 704736 h 1412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2621" h="1412621">
                  <a:moveTo>
                    <a:pt x="1412622" y="704736"/>
                  </a:moveTo>
                  <a:cubicBezTo>
                    <a:pt x="1412622" y="1094821"/>
                    <a:pt x="1096395" y="1411046"/>
                    <a:pt x="706311" y="1411046"/>
                  </a:cubicBezTo>
                  <a:cubicBezTo>
                    <a:pt x="316226" y="1411046"/>
                    <a:pt x="0" y="1094821"/>
                    <a:pt x="0" y="704736"/>
                  </a:cubicBezTo>
                  <a:cubicBezTo>
                    <a:pt x="0" y="314651"/>
                    <a:pt x="316226" y="-1575"/>
                    <a:pt x="706311" y="-1575"/>
                  </a:cubicBezTo>
                  <a:cubicBezTo>
                    <a:pt x="1096395" y="-1575"/>
                    <a:pt x="1412622" y="314651"/>
                    <a:pt x="1412622" y="704736"/>
                  </a:cubicBezTo>
                  <a:close/>
                </a:path>
              </a:pathLst>
            </a:custGeom>
            <a:solidFill>
              <a:schemeClr val="accent1">
                <a:lumMod val="75000"/>
              </a:schemeClr>
            </a:solidFill>
            <a:ln w="6350" cap="flat">
              <a:noFill/>
              <a:prstDash val="solid"/>
              <a:miter/>
            </a:ln>
          </p:spPr>
          <p:txBody>
            <a:bodyPr rtlCol="0" anchor="ctr"/>
            <a:lstStyle/>
            <a:p>
              <a:endParaRPr lang="zh-CN" altLang="en-US"/>
            </a:p>
          </p:txBody>
        </p:sp>
        <p:sp>
          <p:nvSpPr>
            <p:cNvPr id="14" name="任意多边形: 形状 13"/>
            <p:cNvSpPr/>
            <p:nvPr/>
          </p:nvSpPr>
          <p:spPr>
            <a:xfrm>
              <a:off x="1443164" y="1811464"/>
              <a:ext cx="686688" cy="686689"/>
            </a:xfrm>
            <a:custGeom>
              <a:avLst/>
              <a:gdLst>
                <a:gd name="connsiteX0" fmla="*/ 376110 w 686688"/>
                <a:gd name="connsiteY0" fmla="*/ 686689 h 686689"/>
                <a:gd name="connsiteX1" fmla="*/ 376110 w 686688"/>
                <a:gd name="connsiteY1" fmla="*/ 422529 h 686689"/>
                <a:gd name="connsiteX2" fmla="*/ 562991 w 686688"/>
                <a:gd name="connsiteY2" fmla="*/ 609346 h 686689"/>
                <a:gd name="connsiteX3" fmla="*/ 609346 w 686688"/>
                <a:gd name="connsiteY3" fmla="*/ 562928 h 686689"/>
                <a:gd name="connsiteX4" fmla="*/ 422529 w 686688"/>
                <a:gd name="connsiteY4" fmla="*/ 376111 h 686689"/>
                <a:gd name="connsiteX5" fmla="*/ 686689 w 686688"/>
                <a:gd name="connsiteY5" fmla="*/ 376111 h 686689"/>
                <a:gd name="connsiteX6" fmla="*/ 686689 w 686688"/>
                <a:gd name="connsiteY6" fmla="*/ 310579 h 686689"/>
                <a:gd name="connsiteX7" fmla="*/ 422529 w 686688"/>
                <a:gd name="connsiteY7" fmla="*/ 310579 h 686689"/>
                <a:gd name="connsiteX8" fmla="*/ 609346 w 686688"/>
                <a:gd name="connsiteY8" fmla="*/ 123698 h 686689"/>
                <a:gd name="connsiteX9" fmla="*/ 562991 w 686688"/>
                <a:gd name="connsiteY9" fmla="*/ 77343 h 686689"/>
                <a:gd name="connsiteX10" fmla="*/ 376110 w 686688"/>
                <a:gd name="connsiteY10" fmla="*/ 264160 h 686689"/>
                <a:gd name="connsiteX11" fmla="*/ 376110 w 686688"/>
                <a:gd name="connsiteY11" fmla="*/ 0 h 686689"/>
                <a:gd name="connsiteX12" fmla="*/ 310578 w 686688"/>
                <a:gd name="connsiteY12" fmla="*/ 0 h 686689"/>
                <a:gd name="connsiteX13" fmla="*/ 310578 w 686688"/>
                <a:gd name="connsiteY13" fmla="*/ 264160 h 686689"/>
                <a:gd name="connsiteX14" fmla="*/ 123698 w 686688"/>
                <a:gd name="connsiteY14" fmla="*/ 77343 h 686689"/>
                <a:gd name="connsiteX15" fmla="*/ 77343 w 686688"/>
                <a:gd name="connsiteY15" fmla="*/ 123698 h 686689"/>
                <a:gd name="connsiteX16" fmla="*/ 264160 w 686688"/>
                <a:gd name="connsiteY16" fmla="*/ 310579 h 686689"/>
                <a:gd name="connsiteX17" fmla="*/ 0 w 686688"/>
                <a:gd name="connsiteY17" fmla="*/ 310579 h 686689"/>
                <a:gd name="connsiteX18" fmla="*/ 0 w 686688"/>
                <a:gd name="connsiteY18" fmla="*/ 376111 h 686689"/>
                <a:gd name="connsiteX19" fmla="*/ 264160 w 686688"/>
                <a:gd name="connsiteY19" fmla="*/ 376111 h 686689"/>
                <a:gd name="connsiteX20" fmla="*/ 77343 w 686688"/>
                <a:gd name="connsiteY20" fmla="*/ 562928 h 686689"/>
                <a:gd name="connsiteX21" fmla="*/ 123698 w 686688"/>
                <a:gd name="connsiteY21" fmla="*/ 609346 h 686689"/>
                <a:gd name="connsiteX22" fmla="*/ 310578 w 686688"/>
                <a:gd name="connsiteY22" fmla="*/ 422529 h 686689"/>
                <a:gd name="connsiteX23" fmla="*/ 310578 w 686688"/>
                <a:gd name="connsiteY23" fmla="*/ 686689 h 686689"/>
                <a:gd name="connsiteX24" fmla="*/ 376110 w 686688"/>
                <a:gd name="connsiteY24" fmla="*/ 686689 h 6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6688" h="686689">
                  <a:moveTo>
                    <a:pt x="376110" y="686689"/>
                  </a:moveTo>
                  <a:lnTo>
                    <a:pt x="376110" y="422529"/>
                  </a:lnTo>
                  <a:lnTo>
                    <a:pt x="562991" y="609346"/>
                  </a:lnTo>
                  <a:lnTo>
                    <a:pt x="609346" y="562928"/>
                  </a:lnTo>
                  <a:lnTo>
                    <a:pt x="422529" y="376111"/>
                  </a:lnTo>
                  <a:lnTo>
                    <a:pt x="686689" y="376111"/>
                  </a:lnTo>
                  <a:lnTo>
                    <a:pt x="686689" y="310579"/>
                  </a:lnTo>
                  <a:lnTo>
                    <a:pt x="422529" y="310579"/>
                  </a:lnTo>
                  <a:lnTo>
                    <a:pt x="609346" y="123698"/>
                  </a:lnTo>
                  <a:lnTo>
                    <a:pt x="562991" y="77343"/>
                  </a:lnTo>
                  <a:lnTo>
                    <a:pt x="376110" y="264160"/>
                  </a:lnTo>
                  <a:lnTo>
                    <a:pt x="376110" y="0"/>
                  </a:lnTo>
                  <a:lnTo>
                    <a:pt x="310578" y="0"/>
                  </a:lnTo>
                  <a:lnTo>
                    <a:pt x="310578" y="264160"/>
                  </a:lnTo>
                  <a:lnTo>
                    <a:pt x="123698" y="77343"/>
                  </a:lnTo>
                  <a:lnTo>
                    <a:pt x="77343" y="123698"/>
                  </a:lnTo>
                  <a:lnTo>
                    <a:pt x="264160" y="310579"/>
                  </a:lnTo>
                  <a:lnTo>
                    <a:pt x="0" y="310579"/>
                  </a:lnTo>
                  <a:lnTo>
                    <a:pt x="0" y="376111"/>
                  </a:lnTo>
                  <a:lnTo>
                    <a:pt x="264160" y="376111"/>
                  </a:lnTo>
                  <a:lnTo>
                    <a:pt x="77343" y="562928"/>
                  </a:lnTo>
                  <a:lnTo>
                    <a:pt x="123698" y="609346"/>
                  </a:lnTo>
                  <a:lnTo>
                    <a:pt x="310578" y="422529"/>
                  </a:lnTo>
                  <a:lnTo>
                    <a:pt x="310578" y="686689"/>
                  </a:lnTo>
                  <a:lnTo>
                    <a:pt x="376110" y="686689"/>
                  </a:lnTo>
                  <a:close/>
                </a:path>
              </a:pathLst>
            </a:custGeom>
            <a:solidFill>
              <a:srgbClr val="FFFFFF"/>
            </a:solidFill>
            <a:ln w="6350" cap="flat">
              <a:noFill/>
              <a:prstDash val="solid"/>
              <a:miter/>
            </a:ln>
          </p:spPr>
          <p:txBody>
            <a:bodyPr rtlCol="0" anchor="ctr"/>
            <a:lstStyle/>
            <a:p>
              <a:endParaRPr lang="zh-CN" altLang="en-US"/>
            </a:p>
          </p:txBody>
        </p:sp>
        <p:sp>
          <p:nvSpPr>
            <p:cNvPr id="15" name="任意多边形: 形状 14"/>
            <p:cNvSpPr/>
            <p:nvPr/>
          </p:nvSpPr>
          <p:spPr>
            <a:xfrm rot="17211000">
              <a:off x="1577179" y="623268"/>
              <a:ext cx="418338" cy="418338"/>
            </a:xfrm>
            <a:custGeom>
              <a:avLst/>
              <a:gdLst>
                <a:gd name="connsiteX0" fmla="*/ 418338 w 418338"/>
                <a:gd name="connsiteY0" fmla="*/ 207594 h 418338"/>
                <a:gd name="connsiteX1" fmla="*/ 209169 w 418338"/>
                <a:gd name="connsiteY1" fmla="*/ 416763 h 418338"/>
                <a:gd name="connsiteX2" fmla="*/ 0 w 418338"/>
                <a:gd name="connsiteY2" fmla="*/ 207594 h 418338"/>
                <a:gd name="connsiteX3" fmla="*/ 209169 w 418338"/>
                <a:gd name="connsiteY3" fmla="*/ -1575 h 418338"/>
                <a:gd name="connsiteX4" fmla="*/ 418338 w 418338"/>
                <a:gd name="connsiteY4" fmla="*/ 207594 h 418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338" h="418338">
                  <a:moveTo>
                    <a:pt x="418338" y="207594"/>
                  </a:moveTo>
                  <a:cubicBezTo>
                    <a:pt x="418338" y="323115"/>
                    <a:pt x="324690" y="416763"/>
                    <a:pt x="209169" y="416763"/>
                  </a:cubicBezTo>
                  <a:cubicBezTo>
                    <a:pt x="93648" y="416763"/>
                    <a:pt x="0" y="323115"/>
                    <a:pt x="0" y="207594"/>
                  </a:cubicBezTo>
                  <a:cubicBezTo>
                    <a:pt x="0" y="92073"/>
                    <a:pt x="93648" y="-1575"/>
                    <a:pt x="209169" y="-1575"/>
                  </a:cubicBezTo>
                  <a:cubicBezTo>
                    <a:pt x="324690" y="-1575"/>
                    <a:pt x="418338" y="92073"/>
                    <a:pt x="418338" y="207594"/>
                  </a:cubicBezTo>
                  <a:close/>
                </a:path>
              </a:pathLst>
            </a:custGeom>
            <a:solidFill>
              <a:schemeClr val="accent3"/>
            </a:solidFill>
            <a:ln w="6350" cap="flat">
              <a:noFill/>
              <a:prstDash val="solid"/>
              <a:miter/>
            </a:ln>
          </p:spPr>
          <p:txBody>
            <a:bodyPr rtlCol="0" anchor="ctr"/>
            <a:lstStyle/>
            <a:p>
              <a:endParaRPr lang="zh-CN" altLang="en-US"/>
            </a:p>
          </p:txBody>
        </p:sp>
        <p:sp>
          <p:nvSpPr>
            <p:cNvPr id="16" name="任意多边形: 形状 15"/>
            <p:cNvSpPr/>
            <p:nvPr/>
          </p:nvSpPr>
          <p:spPr>
            <a:xfrm>
              <a:off x="9748520" y="4703191"/>
              <a:ext cx="1412557" cy="2154809"/>
            </a:xfrm>
            <a:custGeom>
              <a:avLst/>
              <a:gdLst>
                <a:gd name="connsiteX0" fmla="*/ 0 w 1412557"/>
                <a:gd name="connsiteY0" fmla="*/ 0 h 2154809"/>
                <a:gd name="connsiteX1" fmla="*/ 1412557 w 1412557"/>
                <a:gd name="connsiteY1" fmla="*/ 0 h 2154809"/>
                <a:gd name="connsiteX2" fmla="*/ 1412557 w 1412557"/>
                <a:gd name="connsiteY2" fmla="*/ 2154809 h 2154809"/>
                <a:gd name="connsiteX3" fmla="*/ 0 w 1412557"/>
                <a:gd name="connsiteY3" fmla="*/ 2154809 h 2154809"/>
              </a:gdLst>
              <a:ahLst/>
              <a:cxnLst>
                <a:cxn ang="0">
                  <a:pos x="connsiteX0" y="connsiteY0"/>
                </a:cxn>
                <a:cxn ang="0">
                  <a:pos x="connsiteX1" y="connsiteY1"/>
                </a:cxn>
                <a:cxn ang="0">
                  <a:pos x="connsiteX2" y="connsiteY2"/>
                </a:cxn>
                <a:cxn ang="0">
                  <a:pos x="connsiteX3" y="connsiteY3"/>
                </a:cxn>
              </a:cxnLst>
              <a:rect l="l" t="t" r="r" b="b"/>
              <a:pathLst>
                <a:path w="1412557" h="2154809">
                  <a:moveTo>
                    <a:pt x="0" y="0"/>
                  </a:moveTo>
                  <a:lnTo>
                    <a:pt x="1412557" y="0"/>
                  </a:lnTo>
                  <a:lnTo>
                    <a:pt x="1412557" y="2154809"/>
                  </a:lnTo>
                  <a:lnTo>
                    <a:pt x="0" y="2154809"/>
                  </a:lnTo>
                  <a:close/>
                </a:path>
              </a:pathLst>
            </a:custGeom>
            <a:solidFill>
              <a:schemeClr val="accent2"/>
            </a:solidFill>
            <a:ln w="6350" cap="flat">
              <a:noFill/>
              <a:prstDash val="solid"/>
              <a:miter/>
            </a:ln>
          </p:spPr>
          <p:txBody>
            <a:bodyPr rtlCol="0" anchor="ctr"/>
            <a:lstStyle/>
            <a:p>
              <a:endParaRPr lang="zh-CN" altLang="en-US"/>
            </a:p>
          </p:txBody>
        </p:sp>
        <p:sp>
          <p:nvSpPr>
            <p:cNvPr id="17" name="任意多边形: 形状 16"/>
            <p:cNvSpPr/>
            <p:nvPr/>
          </p:nvSpPr>
          <p:spPr>
            <a:xfrm rot="18900000">
              <a:off x="9748543" y="3996876"/>
              <a:ext cx="1412621" cy="1412621"/>
            </a:xfrm>
            <a:custGeom>
              <a:avLst/>
              <a:gdLst>
                <a:gd name="connsiteX0" fmla="*/ 1412622 w 1412621"/>
                <a:gd name="connsiteY0" fmla="*/ 704736 h 1412621"/>
                <a:gd name="connsiteX1" fmla="*/ 706311 w 1412621"/>
                <a:gd name="connsiteY1" fmla="*/ 1411047 h 1412621"/>
                <a:gd name="connsiteX2" fmla="*/ 0 w 1412621"/>
                <a:gd name="connsiteY2" fmla="*/ 704736 h 1412621"/>
                <a:gd name="connsiteX3" fmla="*/ 706311 w 1412621"/>
                <a:gd name="connsiteY3" fmla="*/ -1574 h 1412621"/>
                <a:gd name="connsiteX4" fmla="*/ 1412622 w 1412621"/>
                <a:gd name="connsiteY4" fmla="*/ 704736 h 1412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2621" h="1412621">
                  <a:moveTo>
                    <a:pt x="1412622" y="704736"/>
                  </a:moveTo>
                  <a:cubicBezTo>
                    <a:pt x="1412622" y="1094821"/>
                    <a:pt x="1096396" y="1411047"/>
                    <a:pt x="706311" y="1411047"/>
                  </a:cubicBezTo>
                  <a:cubicBezTo>
                    <a:pt x="316226" y="1411047"/>
                    <a:pt x="0" y="1094821"/>
                    <a:pt x="0" y="704736"/>
                  </a:cubicBezTo>
                  <a:cubicBezTo>
                    <a:pt x="0" y="314651"/>
                    <a:pt x="316226" y="-1574"/>
                    <a:pt x="706311" y="-1574"/>
                  </a:cubicBezTo>
                  <a:cubicBezTo>
                    <a:pt x="1096396" y="-1574"/>
                    <a:pt x="1412622" y="314651"/>
                    <a:pt x="1412622" y="704736"/>
                  </a:cubicBezTo>
                  <a:close/>
                </a:path>
              </a:pathLst>
            </a:custGeom>
            <a:solidFill>
              <a:schemeClr val="accent3"/>
            </a:solidFill>
            <a:ln w="6350" cap="flat">
              <a:noFill/>
              <a:prstDash val="solid"/>
              <a:miter/>
            </a:ln>
          </p:spPr>
          <p:txBody>
            <a:bodyPr rtlCol="0" anchor="ctr"/>
            <a:lstStyle/>
            <a:p>
              <a:endParaRPr lang="zh-CN" altLang="en-US"/>
            </a:p>
          </p:txBody>
        </p:sp>
        <p:sp>
          <p:nvSpPr>
            <p:cNvPr id="18" name="任意多边形: 形状 17"/>
            <p:cNvSpPr/>
            <p:nvPr/>
          </p:nvSpPr>
          <p:spPr>
            <a:xfrm>
              <a:off x="10099929" y="4323969"/>
              <a:ext cx="686751" cy="686689"/>
            </a:xfrm>
            <a:custGeom>
              <a:avLst/>
              <a:gdLst>
                <a:gd name="connsiteX0" fmla="*/ 310578 w 686751"/>
                <a:gd name="connsiteY0" fmla="*/ 0 h 686689"/>
                <a:gd name="connsiteX1" fmla="*/ 310578 w 686751"/>
                <a:gd name="connsiteY1" fmla="*/ 264160 h 686689"/>
                <a:gd name="connsiteX2" fmla="*/ 123761 w 686751"/>
                <a:gd name="connsiteY2" fmla="*/ 77343 h 686689"/>
                <a:gd name="connsiteX3" fmla="*/ 77406 w 686751"/>
                <a:gd name="connsiteY3" fmla="*/ 123761 h 686689"/>
                <a:gd name="connsiteX4" fmla="*/ 264223 w 686751"/>
                <a:gd name="connsiteY4" fmla="*/ 310515 h 686689"/>
                <a:gd name="connsiteX5" fmla="*/ 0 w 686751"/>
                <a:gd name="connsiteY5" fmla="*/ 310515 h 686689"/>
                <a:gd name="connsiteX6" fmla="*/ 0 w 686751"/>
                <a:gd name="connsiteY6" fmla="*/ 376110 h 686689"/>
                <a:gd name="connsiteX7" fmla="*/ 264223 w 686751"/>
                <a:gd name="connsiteY7" fmla="*/ 376110 h 686689"/>
                <a:gd name="connsiteX8" fmla="*/ 77406 w 686751"/>
                <a:gd name="connsiteY8" fmla="*/ 562928 h 686689"/>
                <a:gd name="connsiteX9" fmla="*/ 123761 w 686751"/>
                <a:gd name="connsiteY9" fmla="*/ 609346 h 686689"/>
                <a:gd name="connsiteX10" fmla="*/ 310578 w 686751"/>
                <a:gd name="connsiteY10" fmla="*/ 422529 h 686689"/>
                <a:gd name="connsiteX11" fmla="*/ 310578 w 686751"/>
                <a:gd name="connsiteY11" fmla="*/ 686689 h 686689"/>
                <a:gd name="connsiteX12" fmla="*/ 376174 w 686751"/>
                <a:gd name="connsiteY12" fmla="*/ 686689 h 686689"/>
                <a:gd name="connsiteX13" fmla="*/ 376174 w 686751"/>
                <a:gd name="connsiteY13" fmla="*/ 422529 h 686689"/>
                <a:gd name="connsiteX14" fmla="*/ 562990 w 686751"/>
                <a:gd name="connsiteY14" fmla="*/ 609346 h 686689"/>
                <a:gd name="connsiteX15" fmla="*/ 609409 w 686751"/>
                <a:gd name="connsiteY15" fmla="*/ 562928 h 686689"/>
                <a:gd name="connsiteX16" fmla="*/ 422528 w 686751"/>
                <a:gd name="connsiteY16" fmla="*/ 376110 h 686689"/>
                <a:gd name="connsiteX17" fmla="*/ 686752 w 686751"/>
                <a:gd name="connsiteY17" fmla="*/ 376110 h 686689"/>
                <a:gd name="connsiteX18" fmla="*/ 686752 w 686751"/>
                <a:gd name="connsiteY18" fmla="*/ 310515 h 686689"/>
                <a:gd name="connsiteX19" fmla="*/ 422592 w 686751"/>
                <a:gd name="connsiteY19" fmla="*/ 310515 h 686689"/>
                <a:gd name="connsiteX20" fmla="*/ 609409 w 686751"/>
                <a:gd name="connsiteY20" fmla="*/ 123761 h 686689"/>
                <a:gd name="connsiteX21" fmla="*/ 562990 w 686751"/>
                <a:gd name="connsiteY21" fmla="*/ 77343 h 686689"/>
                <a:gd name="connsiteX22" fmla="*/ 376174 w 686751"/>
                <a:gd name="connsiteY22" fmla="*/ 264160 h 686689"/>
                <a:gd name="connsiteX23" fmla="*/ 376174 w 686751"/>
                <a:gd name="connsiteY23" fmla="*/ 0 h 686689"/>
                <a:gd name="connsiteX24" fmla="*/ 310578 w 686751"/>
                <a:gd name="connsiteY24" fmla="*/ 0 h 6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6751" h="686689">
                  <a:moveTo>
                    <a:pt x="310578" y="0"/>
                  </a:moveTo>
                  <a:lnTo>
                    <a:pt x="310578" y="264160"/>
                  </a:lnTo>
                  <a:lnTo>
                    <a:pt x="123761" y="77343"/>
                  </a:lnTo>
                  <a:lnTo>
                    <a:pt x="77406" y="123761"/>
                  </a:lnTo>
                  <a:lnTo>
                    <a:pt x="264223" y="310515"/>
                  </a:lnTo>
                  <a:lnTo>
                    <a:pt x="0" y="310515"/>
                  </a:lnTo>
                  <a:lnTo>
                    <a:pt x="0" y="376110"/>
                  </a:lnTo>
                  <a:lnTo>
                    <a:pt x="264223" y="376110"/>
                  </a:lnTo>
                  <a:lnTo>
                    <a:pt x="77406" y="562928"/>
                  </a:lnTo>
                  <a:lnTo>
                    <a:pt x="123761" y="609346"/>
                  </a:lnTo>
                  <a:lnTo>
                    <a:pt x="310578" y="422529"/>
                  </a:lnTo>
                  <a:lnTo>
                    <a:pt x="310578" y="686689"/>
                  </a:lnTo>
                  <a:lnTo>
                    <a:pt x="376174" y="686689"/>
                  </a:lnTo>
                  <a:lnTo>
                    <a:pt x="376174" y="422529"/>
                  </a:lnTo>
                  <a:lnTo>
                    <a:pt x="562990" y="609346"/>
                  </a:lnTo>
                  <a:lnTo>
                    <a:pt x="609409" y="562928"/>
                  </a:lnTo>
                  <a:lnTo>
                    <a:pt x="422528" y="376110"/>
                  </a:lnTo>
                  <a:lnTo>
                    <a:pt x="686752" y="376110"/>
                  </a:lnTo>
                  <a:lnTo>
                    <a:pt x="686752" y="310515"/>
                  </a:lnTo>
                  <a:lnTo>
                    <a:pt x="422592" y="310515"/>
                  </a:lnTo>
                  <a:lnTo>
                    <a:pt x="609409" y="123761"/>
                  </a:lnTo>
                  <a:lnTo>
                    <a:pt x="562990" y="77343"/>
                  </a:lnTo>
                  <a:lnTo>
                    <a:pt x="376174" y="264160"/>
                  </a:lnTo>
                  <a:lnTo>
                    <a:pt x="376174" y="0"/>
                  </a:lnTo>
                  <a:lnTo>
                    <a:pt x="310578" y="0"/>
                  </a:lnTo>
                  <a:close/>
                </a:path>
              </a:pathLst>
            </a:custGeom>
            <a:solidFill>
              <a:srgbClr val="FFFFFF"/>
            </a:solidFill>
            <a:ln w="6350" cap="flat">
              <a:noFill/>
              <a:prstDash val="solid"/>
              <a:miter/>
            </a:ln>
          </p:spPr>
          <p:txBody>
            <a:bodyPr rtlCol="0" anchor="ctr"/>
            <a:lstStyle/>
            <a:p>
              <a:endParaRPr lang="zh-CN" altLang="en-US"/>
            </a:p>
          </p:txBody>
        </p:sp>
        <p:sp>
          <p:nvSpPr>
            <p:cNvPr id="19" name="任意多边形: 形状 18"/>
            <p:cNvSpPr/>
            <p:nvPr/>
          </p:nvSpPr>
          <p:spPr>
            <a:xfrm>
              <a:off x="10245661" y="5817298"/>
              <a:ext cx="418338" cy="418338"/>
            </a:xfrm>
            <a:custGeom>
              <a:avLst/>
              <a:gdLst>
                <a:gd name="connsiteX0" fmla="*/ 418338 w 418338"/>
                <a:gd name="connsiteY0" fmla="*/ 209169 h 418338"/>
                <a:gd name="connsiteX1" fmla="*/ 209169 w 418338"/>
                <a:gd name="connsiteY1" fmla="*/ 418338 h 418338"/>
                <a:gd name="connsiteX2" fmla="*/ 1 w 418338"/>
                <a:gd name="connsiteY2" fmla="*/ 209169 h 418338"/>
                <a:gd name="connsiteX3" fmla="*/ 209169 w 418338"/>
                <a:gd name="connsiteY3" fmla="*/ 0 h 418338"/>
                <a:gd name="connsiteX4" fmla="*/ 418338 w 418338"/>
                <a:gd name="connsiteY4" fmla="*/ 209169 h 418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338" h="418338">
                  <a:moveTo>
                    <a:pt x="418338" y="209169"/>
                  </a:moveTo>
                  <a:cubicBezTo>
                    <a:pt x="418338" y="324690"/>
                    <a:pt x="324690" y="418338"/>
                    <a:pt x="209169" y="418338"/>
                  </a:cubicBezTo>
                  <a:cubicBezTo>
                    <a:pt x="93648" y="418338"/>
                    <a:pt x="1" y="324690"/>
                    <a:pt x="1" y="209169"/>
                  </a:cubicBezTo>
                  <a:cubicBezTo>
                    <a:pt x="1" y="93648"/>
                    <a:pt x="93648" y="0"/>
                    <a:pt x="209169" y="0"/>
                  </a:cubicBezTo>
                  <a:cubicBezTo>
                    <a:pt x="324690" y="0"/>
                    <a:pt x="418338" y="93648"/>
                    <a:pt x="418338" y="209169"/>
                  </a:cubicBezTo>
                  <a:close/>
                </a:path>
              </a:pathLst>
            </a:custGeom>
            <a:solidFill>
              <a:srgbClr val="ED8F69"/>
            </a:solidFill>
            <a:ln w="6350" cap="flat">
              <a:noFill/>
              <a:prstDash val="solid"/>
              <a:miter/>
            </a:ln>
          </p:spPr>
          <p:txBody>
            <a:bodyPr rtlCol="0" anchor="ctr"/>
            <a:lstStyle/>
            <a:p>
              <a:endParaRPr lang="zh-CN" altLang="en-US"/>
            </a:p>
          </p:txBody>
        </p:sp>
        <p:sp>
          <p:nvSpPr>
            <p:cNvPr id="20" name="任意多边形: 形状 19"/>
            <p:cNvSpPr/>
            <p:nvPr/>
          </p:nvSpPr>
          <p:spPr>
            <a:xfrm rot="16999799">
              <a:off x="4045446" y="5333099"/>
              <a:ext cx="94106" cy="94106"/>
            </a:xfrm>
            <a:custGeom>
              <a:avLst/>
              <a:gdLst>
                <a:gd name="connsiteX0" fmla="*/ 94107 w 94106"/>
                <a:gd name="connsiteY0" fmla="*/ 45479 h 94106"/>
                <a:gd name="connsiteX1" fmla="*/ 47054 w 94106"/>
                <a:gd name="connsiteY1" fmla="*/ 92531 h 94106"/>
                <a:gd name="connsiteX2" fmla="*/ 0 w 94106"/>
                <a:gd name="connsiteY2" fmla="*/ 45479 h 94106"/>
                <a:gd name="connsiteX3" fmla="*/ 47054 w 94106"/>
                <a:gd name="connsiteY3" fmla="*/ -1574 h 94106"/>
                <a:gd name="connsiteX4" fmla="*/ 94107 w 94106"/>
                <a:gd name="connsiteY4" fmla="*/ 45479 h 94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6" h="94106">
                  <a:moveTo>
                    <a:pt x="94107" y="45479"/>
                  </a:moveTo>
                  <a:cubicBezTo>
                    <a:pt x="94107" y="71466"/>
                    <a:pt x="73041" y="92531"/>
                    <a:pt x="47054" y="92531"/>
                  </a:cubicBezTo>
                  <a:cubicBezTo>
                    <a:pt x="21067" y="92531"/>
                    <a:pt x="0" y="71465"/>
                    <a:pt x="0" y="45479"/>
                  </a:cubicBezTo>
                  <a:cubicBezTo>
                    <a:pt x="0" y="19491"/>
                    <a:pt x="21067" y="-1574"/>
                    <a:pt x="47054" y="-1574"/>
                  </a:cubicBezTo>
                  <a:cubicBezTo>
                    <a:pt x="73041" y="-1574"/>
                    <a:pt x="94107" y="19493"/>
                    <a:pt x="94107" y="45479"/>
                  </a:cubicBezTo>
                  <a:close/>
                </a:path>
              </a:pathLst>
            </a:custGeom>
            <a:solidFill>
              <a:srgbClr val="30312F"/>
            </a:solidFill>
            <a:ln w="6350" cap="flat">
              <a:noFill/>
              <a:prstDash val="solid"/>
              <a:miter/>
            </a:ln>
          </p:spPr>
          <p:txBody>
            <a:bodyPr rtlCol="0" anchor="ctr"/>
            <a:lstStyle/>
            <a:p>
              <a:endParaRPr lang="zh-CN" altLang="en-US"/>
            </a:p>
          </p:txBody>
        </p:sp>
        <p:sp>
          <p:nvSpPr>
            <p:cNvPr id="21" name="任意多边形: 形状 20"/>
            <p:cNvSpPr/>
            <p:nvPr/>
          </p:nvSpPr>
          <p:spPr>
            <a:xfrm rot="16999799">
              <a:off x="4045472" y="5737622"/>
              <a:ext cx="94106" cy="94106"/>
            </a:xfrm>
            <a:custGeom>
              <a:avLst/>
              <a:gdLst>
                <a:gd name="connsiteX0" fmla="*/ 94107 w 94106"/>
                <a:gd name="connsiteY0" fmla="*/ 45478 h 94106"/>
                <a:gd name="connsiteX1" fmla="*/ 47054 w 94106"/>
                <a:gd name="connsiteY1" fmla="*/ 92531 h 94106"/>
                <a:gd name="connsiteX2" fmla="*/ 0 w 94106"/>
                <a:gd name="connsiteY2" fmla="*/ 45478 h 94106"/>
                <a:gd name="connsiteX3" fmla="*/ 47054 w 94106"/>
                <a:gd name="connsiteY3" fmla="*/ -1575 h 94106"/>
                <a:gd name="connsiteX4" fmla="*/ 94107 w 94106"/>
                <a:gd name="connsiteY4" fmla="*/ 45478 h 94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6" h="94106">
                  <a:moveTo>
                    <a:pt x="94107" y="45478"/>
                  </a:moveTo>
                  <a:cubicBezTo>
                    <a:pt x="94107" y="71466"/>
                    <a:pt x="73041" y="92531"/>
                    <a:pt x="47054" y="92531"/>
                  </a:cubicBezTo>
                  <a:cubicBezTo>
                    <a:pt x="21067" y="92531"/>
                    <a:pt x="0" y="71464"/>
                    <a:pt x="0" y="45478"/>
                  </a:cubicBezTo>
                  <a:cubicBezTo>
                    <a:pt x="0" y="19491"/>
                    <a:pt x="21067" y="-1575"/>
                    <a:pt x="47054" y="-1575"/>
                  </a:cubicBezTo>
                  <a:cubicBezTo>
                    <a:pt x="73041" y="-1575"/>
                    <a:pt x="94107" y="19492"/>
                    <a:pt x="94107" y="45478"/>
                  </a:cubicBezTo>
                  <a:close/>
                </a:path>
              </a:pathLst>
            </a:custGeom>
            <a:solidFill>
              <a:srgbClr val="30312F"/>
            </a:solidFill>
            <a:ln w="6350" cap="flat">
              <a:noFill/>
              <a:prstDash val="solid"/>
              <a:miter/>
            </a:ln>
          </p:spPr>
          <p:txBody>
            <a:bodyPr rtlCol="0" anchor="ctr"/>
            <a:lstStyle/>
            <a:p>
              <a:endParaRPr lang="zh-CN" altLang="en-US"/>
            </a:p>
          </p:txBody>
        </p:sp>
        <p:sp>
          <p:nvSpPr>
            <p:cNvPr id="22" name="任意多边形: 形状 21"/>
            <p:cNvSpPr/>
            <p:nvPr/>
          </p:nvSpPr>
          <p:spPr>
            <a:xfrm>
              <a:off x="4045458" y="6156832"/>
              <a:ext cx="94107" cy="94107"/>
            </a:xfrm>
            <a:custGeom>
              <a:avLst/>
              <a:gdLst>
                <a:gd name="connsiteX0" fmla="*/ 46990 w 94107"/>
                <a:gd name="connsiteY0" fmla="*/ 92533 h 94107"/>
                <a:gd name="connsiteX1" fmla="*/ 0 w 94107"/>
                <a:gd name="connsiteY1" fmla="*/ 45416 h 94107"/>
                <a:gd name="connsiteX2" fmla="*/ 47117 w 94107"/>
                <a:gd name="connsiteY2" fmla="*/ -1575 h 94107"/>
                <a:gd name="connsiteX3" fmla="*/ 94107 w 94107"/>
                <a:gd name="connsiteY3" fmla="*/ 45478 h 94107"/>
                <a:gd name="connsiteX4" fmla="*/ 47053 w 94107"/>
                <a:gd name="connsiteY4" fmla="*/ 92533 h 94107"/>
                <a:gd name="connsiteX5" fmla="*/ 46990 w 94107"/>
                <a:gd name="connsiteY5" fmla="*/ 92533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107" h="94107">
                  <a:moveTo>
                    <a:pt x="46990" y="92533"/>
                  </a:moveTo>
                  <a:cubicBezTo>
                    <a:pt x="21006" y="92469"/>
                    <a:pt x="-38" y="71387"/>
                    <a:pt x="0" y="45416"/>
                  </a:cubicBezTo>
                  <a:cubicBezTo>
                    <a:pt x="38" y="19444"/>
                    <a:pt x="21133" y="-1638"/>
                    <a:pt x="47117" y="-1575"/>
                  </a:cubicBezTo>
                  <a:cubicBezTo>
                    <a:pt x="73082" y="-1511"/>
                    <a:pt x="94107" y="19508"/>
                    <a:pt x="94107" y="45478"/>
                  </a:cubicBezTo>
                  <a:cubicBezTo>
                    <a:pt x="94107" y="71450"/>
                    <a:pt x="73037" y="92533"/>
                    <a:pt x="47053" y="92533"/>
                  </a:cubicBezTo>
                  <a:cubicBezTo>
                    <a:pt x="47034" y="92533"/>
                    <a:pt x="47009" y="92533"/>
                    <a:pt x="46990" y="92533"/>
                  </a:cubicBezTo>
                  <a:close/>
                </a:path>
              </a:pathLst>
            </a:custGeom>
            <a:solidFill>
              <a:srgbClr val="30312F"/>
            </a:solidFill>
            <a:ln w="6350" cap="flat">
              <a:noFill/>
              <a:prstDash val="solid"/>
              <a:miter/>
            </a:ln>
          </p:spPr>
          <p:txBody>
            <a:bodyPr rtlCol="0" anchor="ctr"/>
            <a:lstStyle/>
            <a:p>
              <a:endParaRPr lang="zh-CN" altLang="en-US"/>
            </a:p>
          </p:txBody>
        </p:sp>
        <p:sp>
          <p:nvSpPr>
            <p:cNvPr id="23" name="任意多边形: 形状 22"/>
            <p:cNvSpPr/>
            <p:nvPr/>
          </p:nvSpPr>
          <p:spPr>
            <a:xfrm rot="16754399">
              <a:off x="4045423" y="6561612"/>
              <a:ext cx="94106" cy="94106"/>
            </a:xfrm>
            <a:custGeom>
              <a:avLst/>
              <a:gdLst>
                <a:gd name="connsiteX0" fmla="*/ 94107 w 94106"/>
                <a:gd name="connsiteY0" fmla="*/ 45479 h 94106"/>
                <a:gd name="connsiteX1" fmla="*/ 47054 w 94106"/>
                <a:gd name="connsiteY1" fmla="*/ 92532 h 94106"/>
                <a:gd name="connsiteX2" fmla="*/ 0 w 94106"/>
                <a:gd name="connsiteY2" fmla="*/ 45479 h 94106"/>
                <a:gd name="connsiteX3" fmla="*/ 47054 w 94106"/>
                <a:gd name="connsiteY3" fmla="*/ -1574 h 94106"/>
                <a:gd name="connsiteX4" fmla="*/ 94107 w 94106"/>
                <a:gd name="connsiteY4" fmla="*/ 45479 h 94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6" h="94106">
                  <a:moveTo>
                    <a:pt x="94107" y="45479"/>
                  </a:moveTo>
                  <a:cubicBezTo>
                    <a:pt x="94107" y="71467"/>
                    <a:pt x="73041" y="92532"/>
                    <a:pt x="47054" y="92532"/>
                  </a:cubicBezTo>
                  <a:cubicBezTo>
                    <a:pt x="21067" y="92532"/>
                    <a:pt x="0" y="71465"/>
                    <a:pt x="0" y="45479"/>
                  </a:cubicBezTo>
                  <a:cubicBezTo>
                    <a:pt x="0" y="19492"/>
                    <a:pt x="21067" y="-1574"/>
                    <a:pt x="47054" y="-1574"/>
                  </a:cubicBezTo>
                  <a:cubicBezTo>
                    <a:pt x="73041" y="-1574"/>
                    <a:pt x="94107" y="19493"/>
                    <a:pt x="94107" y="45479"/>
                  </a:cubicBezTo>
                  <a:close/>
                </a:path>
              </a:pathLst>
            </a:custGeom>
            <a:solidFill>
              <a:srgbClr val="30312F"/>
            </a:solidFill>
            <a:ln w="6350" cap="flat">
              <a:noFill/>
              <a:prstDash val="solid"/>
              <a:miter/>
            </a:ln>
          </p:spPr>
          <p:txBody>
            <a:bodyPr rtlCol="0" anchor="ctr"/>
            <a:lstStyle/>
            <a:p>
              <a:endParaRPr lang="zh-CN" altLang="en-US"/>
            </a:p>
          </p:txBody>
        </p:sp>
        <p:sp>
          <p:nvSpPr>
            <p:cNvPr id="24" name="任意多边形: 形状 23"/>
            <p:cNvSpPr/>
            <p:nvPr/>
          </p:nvSpPr>
          <p:spPr>
            <a:xfrm>
              <a:off x="3661727" y="5331714"/>
              <a:ext cx="94233" cy="94234"/>
            </a:xfrm>
            <a:custGeom>
              <a:avLst/>
              <a:gdLst>
                <a:gd name="connsiteX0" fmla="*/ 47180 w 94233"/>
                <a:gd name="connsiteY0" fmla="*/ 92660 h 94234"/>
                <a:gd name="connsiteX1" fmla="*/ 0 w 94233"/>
                <a:gd name="connsiteY1" fmla="*/ 45605 h 94234"/>
                <a:gd name="connsiteX2" fmla="*/ 47053 w 94233"/>
                <a:gd name="connsiteY2" fmla="*/ -1575 h 94234"/>
                <a:gd name="connsiteX3" fmla="*/ 94234 w 94233"/>
                <a:gd name="connsiteY3" fmla="*/ 45478 h 94234"/>
                <a:gd name="connsiteX4" fmla="*/ 94234 w 94233"/>
                <a:gd name="connsiteY4" fmla="*/ 45605 h 94234"/>
                <a:gd name="connsiteX5" fmla="*/ 47180 w 94233"/>
                <a:gd name="connsiteY5" fmla="*/ 92660 h 9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233" h="94234">
                  <a:moveTo>
                    <a:pt x="47180" y="92660"/>
                  </a:moveTo>
                  <a:cubicBezTo>
                    <a:pt x="21158" y="92722"/>
                    <a:pt x="38" y="71641"/>
                    <a:pt x="0" y="45605"/>
                  </a:cubicBezTo>
                  <a:cubicBezTo>
                    <a:pt x="-32" y="19571"/>
                    <a:pt x="21031" y="-1511"/>
                    <a:pt x="47053" y="-1575"/>
                  </a:cubicBezTo>
                  <a:cubicBezTo>
                    <a:pt x="73076" y="-1638"/>
                    <a:pt x="94196" y="19444"/>
                    <a:pt x="94234" y="45478"/>
                  </a:cubicBezTo>
                  <a:cubicBezTo>
                    <a:pt x="94234" y="45542"/>
                    <a:pt x="94234" y="45542"/>
                    <a:pt x="94234" y="45605"/>
                  </a:cubicBezTo>
                  <a:cubicBezTo>
                    <a:pt x="94234" y="71577"/>
                    <a:pt x="73165" y="92660"/>
                    <a:pt x="47180" y="92660"/>
                  </a:cubicBezTo>
                  <a:close/>
                </a:path>
              </a:pathLst>
            </a:custGeom>
            <a:solidFill>
              <a:srgbClr val="30312F"/>
            </a:solidFill>
            <a:ln w="6350" cap="flat">
              <a:noFill/>
              <a:prstDash val="solid"/>
              <a:miter/>
            </a:ln>
          </p:spPr>
          <p:txBody>
            <a:bodyPr rtlCol="0" anchor="ctr"/>
            <a:lstStyle/>
            <a:p>
              <a:endParaRPr lang="zh-CN" altLang="en-US"/>
            </a:p>
          </p:txBody>
        </p:sp>
        <p:sp>
          <p:nvSpPr>
            <p:cNvPr id="25" name="任意多边形: 形状 24"/>
            <p:cNvSpPr/>
            <p:nvPr/>
          </p:nvSpPr>
          <p:spPr>
            <a:xfrm>
              <a:off x="3661854" y="5736272"/>
              <a:ext cx="94107" cy="94107"/>
            </a:xfrm>
            <a:custGeom>
              <a:avLst/>
              <a:gdLst>
                <a:gd name="connsiteX0" fmla="*/ 47054 w 94107"/>
                <a:gd name="connsiteY0" fmla="*/ 92533 h 94107"/>
                <a:gd name="connsiteX1" fmla="*/ 0 w 94107"/>
                <a:gd name="connsiteY1" fmla="*/ 45478 h 94107"/>
                <a:gd name="connsiteX2" fmla="*/ 47054 w 94107"/>
                <a:gd name="connsiteY2" fmla="*/ -1575 h 94107"/>
                <a:gd name="connsiteX3" fmla="*/ 94107 w 94107"/>
                <a:gd name="connsiteY3" fmla="*/ 45478 h 94107"/>
                <a:gd name="connsiteX4" fmla="*/ 47054 w 94107"/>
                <a:gd name="connsiteY4" fmla="*/ 92533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7" h="94107">
                  <a:moveTo>
                    <a:pt x="47054" y="92533"/>
                  </a:moveTo>
                  <a:cubicBezTo>
                    <a:pt x="21069" y="92533"/>
                    <a:pt x="0" y="71450"/>
                    <a:pt x="0" y="45478"/>
                  </a:cubicBezTo>
                  <a:cubicBezTo>
                    <a:pt x="0" y="19508"/>
                    <a:pt x="21069" y="-1575"/>
                    <a:pt x="47054" y="-1575"/>
                  </a:cubicBezTo>
                  <a:cubicBezTo>
                    <a:pt x="73038" y="-1575"/>
                    <a:pt x="94107" y="19508"/>
                    <a:pt x="94107" y="45478"/>
                  </a:cubicBezTo>
                  <a:cubicBezTo>
                    <a:pt x="94107" y="71450"/>
                    <a:pt x="73038" y="92533"/>
                    <a:pt x="47054" y="92533"/>
                  </a:cubicBezTo>
                  <a:close/>
                </a:path>
              </a:pathLst>
            </a:custGeom>
            <a:solidFill>
              <a:srgbClr val="30312F"/>
            </a:solidFill>
            <a:ln w="6350" cap="flat">
              <a:noFill/>
              <a:prstDash val="solid"/>
              <a:miter/>
            </a:ln>
          </p:spPr>
          <p:txBody>
            <a:bodyPr rtlCol="0" anchor="ctr"/>
            <a:lstStyle/>
            <a:p>
              <a:endParaRPr lang="zh-CN" altLang="en-US"/>
            </a:p>
          </p:txBody>
        </p:sp>
        <p:sp>
          <p:nvSpPr>
            <p:cNvPr id="26" name="任意多边形: 形状 25"/>
            <p:cNvSpPr/>
            <p:nvPr/>
          </p:nvSpPr>
          <p:spPr>
            <a:xfrm>
              <a:off x="3661854" y="6156832"/>
              <a:ext cx="94107" cy="94107"/>
            </a:xfrm>
            <a:custGeom>
              <a:avLst/>
              <a:gdLst>
                <a:gd name="connsiteX0" fmla="*/ 47054 w 94107"/>
                <a:gd name="connsiteY0" fmla="*/ 92533 h 94107"/>
                <a:gd name="connsiteX1" fmla="*/ 0 w 94107"/>
                <a:gd name="connsiteY1" fmla="*/ 45478 h 94107"/>
                <a:gd name="connsiteX2" fmla="*/ 47054 w 94107"/>
                <a:gd name="connsiteY2" fmla="*/ -1575 h 94107"/>
                <a:gd name="connsiteX3" fmla="*/ 94107 w 94107"/>
                <a:gd name="connsiteY3" fmla="*/ 45478 h 94107"/>
                <a:gd name="connsiteX4" fmla="*/ 47054 w 94107"/>
                <a:gd name="connsiteY4" fmla="*/ 92533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7" h="94107">
                  <a:moveTo>
                    <a:pt x="47054" y="92533"/>
                  </a:moveTo>
                  <a:cubicBezTo>
                    <a:pt x="21069" y="92533"/>
                    <a:pt x="0" y="71450"/>
                    <a:pt x="0" y="45478"/>
                  </a:cubicBezTo>
                  <a:cubicBezTo>
                    <a:pt x="0" y="19508"/>
                    <a:pt x="21069" y="-1575"/>
                    <a:pt x="47054" y="-1575"/>
                  </a:cubicBezTo>
                  <a:cubicBezTo>
                    <a:pt x="73038" y="-1575"/>
                    <a:pt x="94107" y="19508"/>
                    <a:pt x="94107" y="45478"/>
                  </a:cubicBezTo>
                  <a:cubicBezTo>
                    <a:pt x="94107" y="71450"/>
                    <a:pt x="73038" y="92533"/>
                    <a:pt x="47054" y="92533"/>
                  </a:cubicBezTo>
                  <a:close/>
                </a:path>
              </a:pathLst>
            </a:custGeom>
            <a:solidFill>
              <a:srgbClr val="30312F"/>
            </a:solidFill>
            <a:ln w="6350" cap="flat">
              <a:noFill/>
              <a:prstDash val="solid"/>
              <a:miter/>
            </a:ln>
          </p:spPr>
          <p:txBody>
            <a:bodyPr rtlCol="0" anchor="ctr"/>
            <a:lstStyle/>
            <a:p>
              <a:endParaRPr lang="zh-CN" altLang="en-US"/>
            </a:p>
          </p:txBody>
        </p:sp>
        <p:sp>
          <p:nvSpPr>
            <p:cNvPr id="27" name="任意多边形: 形状 26"/>
            <p:cNvSpPr/>
            <p:nvPr/>
          </p:nvSpPr>
          <p:spPr>
            <a:xfrm>
              <a:off x="3661854" y="6561391"/>
              <a:ext cx="94107" cy="94107"/>
            </a:xfrm>
            <a:custGeom>
              <a:avLst/>
              <a:gdLst>
                <a:gd name="connsiteX0" fmla="*/ 47054 w 94107"/>
                <a:gd name="connsiteY0" fmla="*/ 92533 h 94107"/>
                <a:gd name="connsiteX1" fmla="*/ 0 w 94107"/>
                <a:gd name="connsiteY1" fmla="*/ 45480 h 94107"/>
                <a:gd name="connsiteX2" fmla="*/ 47054 w 94107"/>
                <a:gd name="connsiteY2" fmla="*/ -1575 h 94107"/>
                <a:gd name="connsiteX3" fmla="*/ 94107 w 94107"/>
                <a:gd name="connsiteY3" fmla="*/ 45480 h 94107"/>
                <a:gd name="connsiteX4" fmla="*/ 47054 w 94107"/>
                <a:gd name="connsiteY4" fmla="*/ 92533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7" h="94107">
                  <a:moveTo>
                    <a:pt x="47054" y="92533"/>
                  </a:moveTo>
                  <a:cubicBezTo>
                    <a:pt x="21069" y="92533"/>
                    <a:pt x="0" y="71450"/>
                    <a:pt x="0" y="45480"/>
                  </a:cubicBezTo>
                  <a:cubicBezTo>
                    <a:pt x="0" y="19508"/>
                    <a:pt x="21069" y="-1575"/>
                    <a:pt x="47054" y="-1575"/>
                  </a:cubicBezTo>
                  <a:cubicBezTo>
                    <a:pt x="73038" y="-1575"/>
                    <a:pt x="94107" y="19508"/>
                    <a:pt x="94107" y="45480"/>
                  </a:cubicBezTo>
                  <a:cubicBezTo>
                    <a:pt x="94107" y="71450"/>
                    <a:pt x="73038" y="92533"/>
                    <a:pt x="47054" y="92533"/>
                  </a:cubicBezTo>
                  <a:close/>
                </a:path>
              </a:pathLst>
            </a:custGeom>
            <a:solidFill>
              <a:srgbClr val="30312F"/>
            </a:solidFill>
            <a:ln w="6350" cap="flat">
              <a:noFill/>
              <a:prstDash val="solid"/>
              <a:miter/>
            </a:ln>
          </p:spPr>
          <p:txBody>
            <a:bodyPr rtlCol="0" anchor="ctr"/>
            <a:lstStyle/>
            <a:p>
              <a:endParaRPr lang="zh-CN" altLang="en-US"/>
            </a:p>
          </p:txBody>
        </p:sp>
        <p:sp>
          <p:nvSpPr>
            <p:cNvPr id="28" name="任意多边形: 形状 27"/>
            <p:cNvSpPr/>
            <p:nvPr/>
          </p:nvSpPr>
          <p:spPr>
            <a:xfrm>
              <a:off x="8435911" y="5331714"/>
              <a:ext cx="94233" cy="94234"/>
            </a:xfrm>
            <a:custGeom>
              <a:avLst/>
              <a:gdLst>
                <a:gd name="connsiteX0" fmla="*/ 47181 w 94233"/>
                <a:gd name="connsiteY0" fmla="*/ 92660 h 94234"/>
                <a:gd name="connsiteX1" fmla="*/ 0 w 94233"/>
                <a:gd name="connsiteY1" fmla="*/ 45605 h 94234"/>
                <a:gd name="connsiteX2" fmla="*/ 47054 w 94233"/>
                <a:gd name="connsiteY2" fmla="*/ -1575 h 94234"/>
                <a:gd name="connsiteX3" fmla="*/ 94234 w 94233"/>
                <a:gd name="connsiteY3" fmla="*/ 45478 h 94234"/>
                <a:gd name="connsiteX4" fmla="*/ 94234 w 94233"/>
                <a:gd name="connsiteY4" fmla="*/ 45605 h 94234"/>
                <a:gd name="connsiteX5" fmla="*/ 47181 w 94233"/>
                <a:gd name="connsiteY5" fmla="*/ 92660 h 9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233" h="94234">
                  <a:moveTo>
                    <a:pt x="47181" y="92660"/>
                  </a:moveTo>
                  <a:cubicBezTo>
                    <a:pt x="21145" y="92722"/>
                    <a:pt x="64" y="71641"/>
                    <a:pt x="0" y="45605"/>
                  </a:cubicBezTo>
                  <a:cubicBezTo>
                    <a:pt x="-63" y="19571"/>
                    <a:pt x="21019" y="-1511"/>
                    <a:pt x="47054" y="-1575"/>
                  </a:cubicBezTo>
                  <a:cubicBezTo>
                    <a:pt x="73089" y="-1638"/>
                    <a:pt x="94170" y="19444"/>
                    <a:pt x="94234" y="45478"/>
                  </a:cubicBezTo>
                  <a:cubicBezTo>
                    <a:pt x="94234" y="45542"/>
                    <a:pt x="94234" y="45542"/>
                    <a:pt x="94234" y="45605"/>
                  </a:cubicBezTo>
                  <a:cubicBezTo>
                    <a:pt x="94234" y="71577"/>
                    <a:pt x="73152" y="92660"/>
                    <a:pt x="47181" y="92660"/>
                  </a:cubicBezTo>
                  <a:close/>
                </a:path>
              </a:pathLst>
            </a:custGeom>
            <a:solidFill>
              <a:srgbClr val="30312F"/>
            </a:solidFill>
            <a:ln w="6350" cap="flat">
              <a:noFill/>
              <a:prstDash val="solid"/>
              <a:miter/>
            </a:ln>
          </p:spPr>
          <p:txBody>
            <a:bodyPr rtlCol="0" anchor="ctr"/>
            <a:lstStyle/>
            <a:p>
              <a:endParaRPr lang="zh-CN" altLang="en-US"/>
            </a:p>
          </p:txBody>
        </p:sp>
        <p:sp>
          <p:nvSpPr>
            <p:cNvPr id="29" name="任意多边形: 形状 28"/>
            <p:cNvSpPr/>
            <p:nvPr/>
          </p:nvSpPr>
          <p:spPr>
            <a:xfrm>
              <a:off x="8436038" y="5736272"/>
              <a:ext cx="94106" cy="94107"/>
            </a:xfrm>
            <a:custGeom>
              <a:avLst/>
              <a:gdLst>
                <a:gd name="connsiteX0" fmla="*/ 47054 w 94106"/>
                <a:gd name="connsiteY0" fmla="*/ 92533 h 94107"/>
                <a:gd name="connsiteX1" fmla="*/ 0 w 94106"/>
                <a:gd name="connsiteY1" fmla="*/ 45478 h 94107"/>
                <a:gd name="connsiteX2" fmla="*/ 47054 w 94106"/>
                <a:gd name="connsiteY2" fmla="*/ -1575 h 94107"/>
                <a:gd name="connsiteX3" fmla="*/ 94107 w 94106"/>
                <a:gd name="connsiteY3" fmla="*/ 45478 h 94107"/>
                <a:gd name="connsiteX4" fmla="*/ 47054 w 94106"/>
                <a:gd name="connsiteY4" fmla="*/ 92533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6" h="94107">
                  <a:moveTo>
                    <a:pt x="47054" y="92533"/>
                  </a:moveTo>
                  <a:cubicBezTo>
                    <a:pt x="21082" y="92533"/>
                    <a:pt x="0" y="71450"/>
                    <a:pt x="0" y="45478"/>
                  </a:cubicBezTo>
                  <a:cubicBezTo>
                    <a:pt x="0" y="19508"/>
                    <a:pt x="21082" y="-1575"/>
                    <a:pt x="47054" y="-1575"/>
                  </a:cubicBezTo>
                  <a:cubicBezTo>
                    <a:pt x="73025" y="-1575"/>
                    <a:pt x="94107" y="19508"/>
                    <a:pt x="94107" y="45478"/>
                  </a:cubicBezTo>
                  <a:cubicBezTo>
                    <a:pt x="94107" y="71450"/>
                    <a:pt x="73025" y="92533"/>
                    <a:pt x="47054" y="92533"/>
                  </a:cubicBezTo>
                  <a:close/>
                </a:path>
              </a:pathLst>
            </a:custGeom>
            <a:solidFill>
              <a:srgbClr val="30312F"/>
            </a:solidFill>
            <a:ln w="6350" cap="flat">
              <a:noFill/>
              <a:prstDash val="solid"/>
              <a:miter/>
            </a:ln>
          </p:spPr>
          <p:txBody>
            <a:bodyPr rtlCol="0" anchor="ctr"/>
            <a:lstStyle/>
            <a:p>
              <a:endParaRPr lang="zh-CN" altLang="en-US"/>
            </a:p>
          </p:txBody>
        </p:sp>
        <p:sp>
          <p:nvSpPr>
            <p:cNvPr id="30" name="任意多边形: 形状 29"/>
            <p:cNvSpPr/>
            <p:nvPr/>
          </p:nvSpPr>
          <p:spPr>
            <a:xfrm>
              <a:off x="8436038" y="6156832"/>
              <a:ext cx="94106" cy="94107"/>
            </a:xfrm>
            <a:custGeom>
              <a:avLst/>
              <a:gdLst>
                <a:gd name="connsiteX0" fmla="*/ 47054 w 94106"/>
                <a:gd name="connsiteY0" fmla="*/ 92533 h 94107"/>
                <a:gd name="connsiteX1" fmla="*/ 0 w 94106"/>
                <a:gd name="connsiteY1" fmla="*/ 45478 h 94107"/>
                <a:gd name="connsiteX2" fmla="*/ 47054 w 94106"/>
                <a:gd name="connsiteY2" fmla="*/ -1575 h 94107"/>
                <a:gd name="connsiteX3" fmla="*/ 94107 w 94106"/>
                <a:gd name="connsiteY3" fmla="*/ 45478 h 94107"/>
                <a:gd name="connsiteX4" fmla="*/ 47054 w 94106"/>
                <a:gd name="connsiteY4" fmla="*/ 92533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6" h="94107">
                  <a:moveTo>
                    <a:pt x="47054" y="92533"/>
                  </a:moveTo>
                  <a:cubicBezTo>
                    <a:pt x="21082" y="92533"/>
                    <a:pt x="0" y="71450"/>
                    <a:pt x="0" y="45478"/>
                  </a:cubicBezTo>
                  <a:cubicBezTo>
                    <a:pt x="0" y="19508"/>
                    <a:pt x="21082" y="-1575"/>
                    <a:pt x="47054" y="-1575"/>
                  </a:cubicBezTo>
                  <a:cubicBezTo>
                    <a:pt x="73025" y="-1575"/>
                    <a:pt x="94107" y="19508"/>
                    <a:pt x="94107" y="45478"/>
                  </a:cubicBezTo>
                  <a:cubicBezTo>
                    <a:pt x="94107" y="71450"/>
                    <a:pt x="73025" y="92533"/>
                    <a:pt x="47054" y="92533"/>
                  </a:cubicBezTo>
                  <a:close/>
                </a:path>
              </a:pathLst>
            </a:custGeom>
            <a:solidFill>
              <a:srgbClr val="30312F"/>
            </a:solidFill>
            <a:ln w="6350" cap="flat">
              <a:noFill/>
              <a:prstDash val="solid"/>
              <a:miter/>
            </a:ln>
          </p:spPr>
          <p:txBody>
            <a:bodyPr rtlCol="0" anchor="ctr"/>
            <a:lstStyle/>
            <a:p>
              <a:endParaRPr lang="zh-CN" altLang="en-US"/>
            </a:p>
          </p:txBody>
        </p:sp>
        <p:sp>
          <p:nvSpPr>
            <p:cNvPr id="31" name="任意多边形: 形状 30"/>
            <p:cNvSpPr/>
            <p:nvPr/>
          </p:nvSpPr>
          <p:spPr>
            <a:xfrm>
              <a:off x="8436038" y="6561391"/>
              <a:ext cx="94106" cy="94107"/>
            </a:xfrm>
            <a:custGeom>
              <a:avLst/>
              <a:gdLst>
                <a:gd name="connsiteX0" fmla="*/ 47054 w 94106"/>
                <a:gd name="connsiteY0" fmla="*/ 92533 h 94107"/>
                <a:gd name="connsiteX1" fmla="*/ 0 w 94106"/>
                <a:gd name="connsiteY1" fmla="*/ 45480 h 94107"/>
                <a:gd name="connsiteX2" fmla="*/ 47054 w 94106"/>
                <a:gd name="connsiteY2" fmla="*/ -1575 h 94107"/>
                <a:gd name="connsiteX3" fmla="*/ 94107 w 94106"/>
                <a:gd name="connsiteY3" fmla="*/ 45480 h 94107"/>
                <a:gd name="connsiteX4" fmla="*/ 47054 w 94106"/>
                <a:gd name="connsiteY4" fmla="*/ 92533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6" h="94107">
                  <a:moveTo>
                    <a:pt x="47054" y="92533"/>
                  </a:moveTo>
                  <a:cubicBezTo>
                    <a:pt x="21082" y="92533"/>
                    <a:pt x="0" y="71450"/>
                    <a:pt x="0" y="45480"/>
                  </a:cubicBezTo>
                  <a:cubicBezTo>
                    <a:pt x="0" y="19508"/>
                    <a:pt x="21082" y="-1575"/>
                    <a:pt x="47054" y="-1575"/>
                  </a:cubicBezTo>
                  <a:cubicBezTo>
                    <a:pt x="73025" y="-1575"/>
                    <a:pt x="94107" y="19508"/>
                    <a:pt x="94107" y="45480"/>
                  </a:cubicBezTo>
                  <a:cubicBezTo>
                    <a:pt x="94107" y="71450"/>
                    <a:pt x="73025" y="92533"/>
                    <a:pt x="47054" y="92533"/>
                  </a:cubicBezTo>
                  <a:close/>
                </a:path>
              </a:pathLst>
            </a:custGeom>
            <a:solidFill>
              <a:srgbClr val="30312F"/>
            </a:solidFill>
            <a:ln w="6350" cap="flat">
              <a:noFill/>
              <a:prstDash val="solid"/>
              <a:miter/>
            </a:ln>
          </p:spPr>
          <p:txBody>
            <a:bodyPr rtlCol="0" anchor="ctr"/>
            <a:lstStyle/>
            <a:p>
              <a:endParaRPr lang="zh-CN" altLang="en-US"/>
            </a:p>
          </p:txBody>
        </p:sp>
        <p:sp>
          <p:nvSpPr>
            <p:cNvPr id="32" name="任意多边形: 形状 31"/>
            <p:cNvSpPr/>
            <p:nvPr/>
          </p:nvSpPr>
          <p:spPr>
            <a:xfrm>
              <a:off x="8052498" y="5331841"/>
              <a:ext cx="94107" cy="94106"/>
            </a:xfrm>
            <a:custGeom>
              <a:avLst/>
              <a:gdLst>
                <a:gd name="connsiteX0" fmla="*/ 94107 w 94107"/>
                <a:gd name="connsiteY0" fmla="*/ 47054 h 94106"/>
                <a:gd name="connsiteX1" fmla="*/ 47054 w 94107"/>
                <a:gd name="connsiteY1" fmla="*/ 94107 h 94106"/>
                <a:gd name="connsiteX2" fmla="*/ 0 w 94107"/>
                <a:gd name="connsiteY2" fmla="*/ 47054 h 94106"/>
                <a:gd name="connsiteX3" fmla="*/ 47054 w 94107"/>
                <a:gd name="connsiteY3" fmla="*/ 0 h 94106"/>
                <a:gd name="connsiteX4" fmla="*/ 94107 w 94107"/>
                <a:gd name="connsiteY4" fmla="*/ 47054 h 94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7" h="94106">
                  <a:moveTo>
                    <a:pt x="94107" y="47054"/>
                  </a:moveTo>
                  <a:cubicBezTo>
                    <a:pt x="94107" y="73040"/>
                    <a:pt x="73040" y="94107"/>
                    <a:pt x="47054" y="94107"/>
                  </a:cubicBezTo>
                  <a:cubicBezTo>
                    <a:pt x="21067" y="94107"/>
                    <a:pt x="0" y="73040"/>
                    <a:pt x="0" y="47054"/>
                  </a:cubicBezTo>
                  <a:cubicBezTo>
                    <a:pt x="0" y="21067"/>
                    <a:pt x="21067" y="0"/>
                    <a:pt x="47054" y="0"/>
                  </a:cubicBezTo>
                  <a:cubicBezTo>
                    <a:pt x="73040" y="0"/>
                    <a:pt x="94107" y="21067"/>
                    <a:pt x="94107" y="47054"/>
                  </a:cubicBezTo>
                  <a:close/>
                </a:path>
              </a:pathLst>
            </a:custGeom>
            <a:solidFill>
              <a:srgbClr val="30312F"/>
            </a:solidFill>
            <a:ln w="6350" cap="flat">
              <a:noFill/>
              <a:prstDash val="solid"/>
              <a:miter/>
            </a:ln>
          </p:spPr>
          <p:txBody>
            <a:bodyPr rtlCol="0" anchor="ctr"/>
            <a:lstStyle/>
            <a:p>
              <a:endParaRPr lang="zh-CN" altLang="en-US"/>
            </a:p>
          </p:txBody>
        </p:sp>
        <p:sp>
          <p:nvSpPr>
            <p:cNvPr id="33" name="任意多边形: 形状 32"/>
            <p:cNvSpPr/>
            <p:nvPr/>
          </p:nvSpPr>
          <p:spPr>
            <a:xfrm>
              <a:off x="8052498" y="5736272"/>
              <a:ext cx="94107" cy="94106"/>
            </a:xfrm>
            <a:custGeom>
              <a:avLst/>
              <a:gdLst>
                <a:gd name="connsiteX0" fmla="*/ 94107 w 94107"/>
                <a:gd name="connsiteY0" fmla="*/ 47054 h 94106"/>
                <a:gd name="connsiteX1" fmla="*/ 47054 w 94107"/>
                <a:gd name="connsiteY1" fmla="*/ 94107 h 94106"/>
                <a:gd name="connsiteX2" fmla="*/ 0 w 94107"/>
                <a:gd name="connsiteY2" fmla="*/ 47054 h 94106"/>
                <a:gd name="connsiteX3" fmla="*/ 47054 w 94107"/>
                <a:gd name="connsiteY3" fmla="*/ 0 h 94106"/>
                <a:gd name="connsiteX4" fmla="*/ 94107 w 94107"/>
                <a:gd name="connsiteY4" fmla="*/ 47054 h 94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7" h="94106">
                  <a:moveTo>
                    <a:pt x="94107" y="47054"/>
                  </a:moveTo>
                  <a:cubicBezTo>
                    <a:pt x="94107" y="73040"/>
                    <a:pt x="73040" y="94107"/>
                    <a:pt x="47054" y="94107"/>
                  </a:cubicBezTo>
                  <a:cubicBezTo>
                    <a:pt x="21067" y="94107"/>
                    <a:pt x="0" y="73040"/>
                    <a:pt x="0" y="47054"/>
                  </a:cubicBezTo>
                  <a:cubicBezTo>
                    <a:pt x="0" y="21067"/>
                    <a:pt x="21067" y="0"/>
                    <a:pt x="47054" y="0"/>
                  </a:cubicBezTo>
                  <a:cubicBezTo>
                    <a:pt x="73040" y="0"/>
                    <a:pt x="94107" y="21067"/>
                    <a:pt x="94107" y="47054"/>
                  </a:cubicBezTo>
                  <a:close/>
                </a:path>
              </a:pathLst>
            </a:custGeom>
            <a:solidFill>
              <a:srgbClr val="30312F"/>
            </a:solidFill>
            <a:ln w="6350" cap="flat">
              <a:noFill/>
              <a:prstDash val="solid"/>
              <a:miter/>
            </a:ln>
          </p:spPr>
          <p:txBody>
            <a:bodyPr rtlCol="0" anchor="ctr"/>
            <a:lstStyle/>
            <a:p>
              <a:endParaRPr lang="zh-CN" altLang="en-US"/>
            </a:p>
          </p:txBody>
        </p:sp>
        <p:sp>
          <p:nvSpPr>
            <p:cNvPr id="34" name="任意多边形: 形状 33"/>
            <p:cNvSpPr/>
            <p:nvPr/>
          </p:nvSpPr>
          <p:spPr>
            <a:xfrm>
              <a:off x="8052498" y="6156832"/>
              <a:ext cx="94107" cy="94107"/>
            </a:xfrm>
            <a:custGeom>
              <a:avLst/>
              <a:gdLst>
                <a:gd name="connsiteX0" fmla="*/ 47054 w 94107"/>
                <a:gd name="connsiteY0" fmla="*/ 92533 h 94107"/>
                <a:gd name="connsiteX1" fmla="*/ 0 w 94107"/>
                <a:gd name="connsiteY1" fmla="*/ 45478 h 94107"/>
                <a:gd name="connsiteX2" fmla="*/ 47054 w 94107"/>
                <a:gd name="connsiteY2" fmla="*/ -1575 h 94107"/>
                <a:gd name="connsiteX3" fmla="*/ 94107 w 94107"/>
                <a:gd name="connsiteY3" fmla="*/ 45478 h 94107"/>
                <a:gd name="connsiteX4" fmla="*/ 47054 w 94107"/>
                <a:gd name="connsiteY4" fmla="*/ 92533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7" h="94107">
                  <a:moveTo>
                    <a:pt x="47054" y="92533"/>
                  </a:moveTo>
                  <a:cubicBezTo>
                    <a:pt x="21082" y="92533"/>
                    <a:pt x="0" y="71450"/>
                    <a:pt x="0" y="45478"/>
                  </a:cubicBezTo>
                  <a:cubicBezTo>
                    <a:pt x="0" y="19508"/>
                    <a:pt x="21082" y="-1575"/>
                    <a:pt x="47054" y="-1575"/>
                  </a:cubicBezTo>
                  <a:cubicBezTo>
                    <a:pt x="73025" y="-1575"/>
                    <a:pt x="94107" y="19508"/>
                    <a:pt x="94107" y="45478"/>
                  </a:cubicBezTo>
                  <a:cubicBezTo>
                    <a:pt x="94107" y="71450"/>
                    <a:pt x="73025" y="92533"/>
                    <a:pt x="47054" y="92533"/>
                  </a:cubicBezTo>
                  <a:close/>
                </a:path>
              </a:pathLst>
            </a:custGeom>
            <a:solidFill>
              <a:srgbClr val="30312F"/>
            </a:solidFill>
            <a:ln w="6350" cap="flat">
              <a:noFill/>
              <a:prstDash val="solid"/>
              <a:miter/>
            </a:ln>
          </p:spPr>
          <p:txBody>
            <a:bodyPr rtlCol="0" anchor="ctr"/>
            <a:lstStyle/>
            <a:p>
              <a:endParaRPr lang="zh-CN" altLang="en-US"/>
            </a:p>
          </p:txBody>
        </p:sp>
        <p:sp>
          <p:nvSpPr>
            <p:cNvPr id="35" name="任意多边形: 形状 34"/>
            <p:cNvSpPr/>
            <p:nvPr/>
          </p:nvSpPr>
          <p:spPr>
            <a:xfrm>
              <a:off x="8052498" y="6561264"/>
              <a:ext cx="94107" cy="94107"/>
            </a:xfrm>
            <a:custGeom>
              <a:avLst/>
              <a:gdLst>
                <a:gd name="connsiteX0" fmla="*/ 94107 w 94107"/>
                <a:gd name="connsiteY0" fmla="*/ 47054 h 94107"/>
                <a:gd name="connsiteX1" fmla="*/ 47054 w 94107"/>
                <a:gd name="connsiteY1" fmla="*/ 94108 h 94107"/>
                <a:gd name="connsiteX2" fmla="*/ 0 w 94107"/>
                <a:gd name="connsiteY2" fmla="*/ 47054 h 94107"/>
                <a:gd name="connsiteX3" fmla="*/ 47054 w 94107"/>
                <a:gd name="connsiteY3" fmla="*/ 0 h 94107"/>
                <a:gd name="connsiteX4" fmla="*/ 94107 w 94107"/>
                <a:gd name="connsiteY4" fmla="*/ 47054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07" h="94107">
                  <a:moveTo>
                    <a:pt x="94107" y="47054"/>
                  </a:moveTo>
                  <a:cubicBezTo>
                    <a:pt x="94107" y="73041"/>
                    <a:pt x="73040" y="94108"/>
                    <a:pt x="47054" y="94108"/>
                  </a:cubicBezTo>
                  <a:cubicBezTo>
                    <a:pt x="21067" y="94108"/>
                    <a:pt x="0" y="73041"/>
                    <a:pt x="0" y="47054"/>
                  </a:cubicBezTo>
                  <a:cubicBezTo>
                    <a:pt x="0" y="21067"/>
                    <a:pt x="21067" y="0"/>
                    <a:pt x="47054" y="0"/>
                  </a:cubicBezTo>
                  <a:cubicBezTo>
                    <a:pt x="73040" y="0"/>
                    <a:pt x="94107" y="21067"/>
                    <a:pt x="94107" y="47054"/>
                  </a:cubicBezTo>
                  <a:close/>
                </a:path>
              </a:pathLst>
            </a:custGeom>
            <a:solidFill>
              <a:srgbClr val="30312F"/>
            </a:solidFill>
            <a:ln w="6350" cap="flat">
              <a:noFill/>
              <a:prstDash val="solid"/>
              <a:miter/>
            </a:ln>
          </p:spPr>
          <p:txBody>
            <a:bodyPr rtlCol="0" anchor="ctr"/>
            <a:lstStyle/>
            <a:p>
              <a:endParaRPr lang="zh-CN" altLang="en-US"/>
            </a:p>
          </p:txBody>
        </p:sp>
        <p:sp>
          <p:nvSpPr>
            <p:cNvPr id="36" name="任意多边形: 形状 35"/>
            <p:cNvSpPr/>
            <p:nvPr/>
          </p:nvSpPr>
          <p:spPr>
            <a:xfrm rot="18900000">
              <a:off x="688302" y="3975919"/>
              <a:ext cx="2196338" cy="2196338"/>
            </a:xfrm>
            <a:custGeom>
              <a:avLst/>
              <a:gdLst>
                <a:gd name="connsiteX0" fmla="*/ 2196339 w 2196338"/>
                <a:gd name="connsiteY0" fmla="*/ 1096594 h 2196338"/>
                <a:gd name="connsiteX1" fmla="*/ 1098169 w 2196338"/>
                <a:gd name="connsiteY1" fmla="*/ 2194763 h 2196338"/>
                <a:gd name="connsiteX2" fmla="*/ 0 w 2196338"/>
                <a:gd name="connsiteY2" fmla="*/ 1096594 h 2196338"/>
                <a:gd name="connsiteX3" fmla="*/ 1098169 w 2196338"/>
                <a:gd name="connsiteY3" fmla="*/ -1575 h 2196338"/>
                <a:gd name="connsiteX4" fmla="*/ 2196339 w 2196338"/>
                <a:gd name="connsiteY4" fmla="*/ 1096594 h 2196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6338" h="2196338">
                  <a:moveTo>
                    <a:pt x="2196339" y="1096594"/>
                  </a:moveTo>
                  <a:cubicBezTo>
                    <a:pt x="2196339" y="1703097"/>
                    <a:pt x="1704671" y="2194763"/>
                    <a:pt x="1098169" y="2194763"/>
                  </a:cubicBezTo>
                  <a:cubicBezTo>
                    <a:pt x="491667" y="2194763"/>
                    <a:pt x="0" y="1703095"/>
                    <a:pt x="0" y="1096594"/>
                  </a:cubicBezTo>
                  <a:cubicBezTo>
                    <a:pt x="0" y="490091"/>
                    <a:pt x="491667" y="-1575"/>
                    <a:pt x="1098169" y="-1575"/>
                  </a:cubicBezTo>
                  <a:cubicBezTo>
                    <a:pt x="1704671" y="-1575"/>
                    <a:pt x="2196339" y="490093"/>
                    <a:pt x="2196339" y="1096594"/>
                  </a:cubicBezTo>
                  <a:close/>
                </a:path>
              </a:pathLst>
            </a:custGeom>
            <a:noFill/>
            <a:ln w="26924" cap="flat">
              <a:solidFill>
                <a:schemeClr val="accent3"/>
              </a:solidFill>
              <a:prstDash val="solid"/>
              <a:miter/>
            </a:ln>
          </p:spPr>
          <p:txBody>
            <a:bodyPr rtlCol="0" anchor="ctr"/>
            <a:lstStyle/>
            <a:p>
              <a:endParaRPr lang="zh-CN" altLang="en-US"/>
            </a:p>
          </p:txBody>
        </p:sp>
        <p:sp>
          <p:nvSpPr>
            <p:cNvPr id="37" name="任意多边形: 形状 36"/>
            <p:cNvSpPr/>
            <p:nvPr/>
          </p:nvSpPr>
          <p:spPr>
            <a:xfrm rot="18900000">
              <a:off x="308699" y="3596316"/>
              <a:ext cx="2955544" cy="2955544"/>
            </a:xfrm>
            <a:custGeom>
              <a:avLst/>
              <a:gdLst>
                <a:gd name="connsiteX0" fmla="*/ 2955545 w 2955544"/>
                <a:gd name="connsiteY0" fmla="*/ 1476197 h 2955544"/>
                <a:gd name="connsiteX1" fmla="*/ 1477772 w 2955544"/>
                <a:gd name="connsiteY1" fmla="*/ 2953970 h 2955544"/>
                <a:gd name="connsiteX2" fmla="*/ 0 w 2955544"/>
                <a:gd name="connsiteY2" fmla="*/ 1476197 h 2955544"/>
                <a:gd name="connsiteX3" fmla="*/ 1477772 w 2955544"/>
                <a:gd name="connsiteY3" fmla="*/ -1575 h 2955544"/>
                <a:gd name="connsiteX4" fmla="*/ 2955545 w 2955544"/>
                <a:gd name="connsiteY4" fmla="*/ 1476197 h 2955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5544" h="2955544">
                  <a:moveTo>
                    <a:pt x="2955545" y="1476197"/>
                  </a:moveTo>
                  <a:cubicBezTo>
                    <a:pt x="2955545" y="2292348"/>
                    <a:pt x="2293924" y="2953970"/>
                    <a:pt x="1477772" y="2953970"/>
                  </a:cubicBezTo>
                  <a:cubicBezTo>
                    <a:pt x="661621" y="2953970"/>
                    <a:pt x="0" y="2292348"/>
                    <a:pt x="0" y="1476197"/>
                  </a:cubicBezTo>
                  <a:cubicBezTo>
                    <a:pt x="0" y="660047"/>
                    <a:pt x="661621" y="-1575"/>
                    <a:pt x="1477772" y="-1575"/>
                  </a:cubicBezTo>
                  <a:cubicBezTo>
                    <a:pt x="2293924" y="-1575"/>
                    <a:pt x="2955545" y="660047"/>
                    <a:pt x="2955545" y="1476197"/>
                  </a:cubicBezTo>
                  <a:close/>
                </a:path>
              </a:pathLst>
            </a:custGeom>
            <a:noFill/>
            <a:ln w="26924" cap="flat">
              <a:solidFill>
                <a:schemeClr val="accent3"/>
              </a:solidFill>
              <a:prstDash val="solid"/>
              <a:miter/>
            </a:ln>
          </p:spPr>
          <p:txBody>
            <a:bodyPr rtlCol="0" anchor="ctr"/>
            <a:lstStyle/>
            <a:p>
              <a:endParaRPr lang="zh-CN" altLang="en-US"/>
            </a:p>
          </p:txBody>
        </p:sp>
        <p:sp>
          <p:nvSpPr>
            <p:cNvPr id="38" name="任意多边形: 形状 37"/>
            <p:cNvSpPr/>
            <p:nvPr/>
          </p:nvSpPr>
          <p:spPr>
            <a:xfrm>
              <a:off x="498538" y="3786061"/>
              <a:ext cx="2575941" cy="2575940"/>
            </a:xfrm>
            <a:custGeom>
              <a:avLst/>
              <a:gdLst>
                <a:gd name="connsiteX0" fmla="*/ 1287971 w 2575941"/>
                <a:gd name="connsiteY0" fmla="*/ 2574366 h 2575940"/>
                <a:gd name="connsiteX1" fmla="*/ 0 w 2575941"/>
                <a:gd name="connsiteY1" fmla="*/ 1286395 h 2575940"/>
                <a:gd name="connsiteX2" fmla="*/ 1287971 w 2575941"/>
                <a:gd name="connsiteY2" fmla="*/ -1575 h 2575940"/>
                <a:gd name="connsiteX3" fmla="*/ 2575941 w 2575941"/>
                <a:gd name="connsiteY3" fmla="*/ 1286395 h 2575940"/>
                <a:gd name="connsiteX4" fmla="*/ 1287971 w 2575941"/>
                <a:gd name="connsiteY4" fmla="*/ 2574366 h 2575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5941" h="2575940">
                  <a:moveTo>
                    <a:pt x="1287971" y="2574366"/>
                  </a:moveTo>
                  <a:cubicBezTo>
                    <a:pt x="577787" y="2574366"/>
                    <a:pt x="0" y="1996516"/>
                    <a:pt x="0" y="1286395"/>
                  </a:cubicBezTo>
                  <a:cubicBezTo>
                    <a:pt x="0" y="576275"/>
                    <a:pt x="577850" y="-1575"/>
                    <a:pt x="1287971" y="-1575"/>
                  </a:cubicBezTo>
                  <a:cubicBezTo>
                    <a:pt x="1998091" y="-1575"/>
                    <a:pt x="2575941" y="576275"/>
                    <a:pt x="2575941" y="1286395"/>
                  </a:cubicBezTo>
                  <a:cubicBezTo>
                    <a:pt x="2575941" y="1996516"/>
                    <a:pt x="1998155" y="2574366"/>
                    <a:pt x="1287971" y="2574366"/>
                  </a:cubicBezTo>
                  <a:close/>
                </a:path>
              </a:pathLst>
            </a:custGeom>
            <a:noFill/>
            <a:ln w="26924" cap="flat">
              <a:solidFill>
                <a:schemeClr val="accent3"/>
              </a:solidFill>
              <a:prstDash val="solid"/>
              <a:miter/>
            </a:ln>
          </p:spPr>
          <p:txBody>
            <a:bodyPr rtlCol="0" anchor="ctr"/>
            <a:lstStyle/>
            <a:p>
              <a:endParaRPr lang="zh-CN" altLang="en-US"/>
            </a:p>
          </p:txBody>
        </p:sp>
        <p:sp>
          <p:nvSpPr>
            <p:cNvPr id="39" name="任意多边形: 形状 38"/>
            <p:cNvSpPr/>
            <p:nvPr/>
          </p:nvSpPr>
          <p:spPr>
            <a:xfrm rot="18900000">
              <a:off x="688302" y="3975919"/>
              <a:ext cx="2196338" cy="2196338"/>
            </a:xfrm>
            <a:custGeom>
              <a:avLst/>
              <a:gdLst>
                <a:gd name="connsiteX0" fmla="*/ 2196339 w 2196338"/>
                <a:gd name="connsiteY0" fmla="*/ 1096594 h 2196338"/>
                <a:gd name="connsiteX1" fmla="*/ 1098169 w 2196338"/>
                <a:gd name="connsiteY1" fmla="*/ 2194763 h 2196338"/>
                <a:gd name="connsiteX2" fmla="*/ 0 w 2196338"/>
                <a:gd name="connsiteY2" fmla="*/ 1096594 h 2196338"/>
                <a:gd name="connsiteX3" fmla="*/ 1098169 w 2196338"/>
                <a:gd name="connsiteY3" fmla="*/ -1575 h 2196338"/>
                <a:gd name="connsiteX4" fmla="*/ 2196339 w 2196338"/>
                <a:gd name="connsiteY4" fmla="*/ 1096594 h 2196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6338" h="2196338">
                  <a:moveTo>
                    <a:pt x="2196339" y="1096594"/>
                  </a:moveTo>
                  <a:cubicBezTo>
                    <a:pt x="2196339" y="1703097"/>
                    <a:pt x="1704671" y="2194763"/>
                    <a:pt x="1098169" y="2194763"/>
                  </a:cubicBezTo>
                  <a:cubicBezTo>
                    <a:pt x="491667" y="2194763"/>
                    <a:pt x="0" y="1703095"/>
                    <a:pt x="0" y="1096594"/>
                  </a:cubicBezTo>
                  <a:cubicBezTo>
                    <a:pt x="0" y="490091"/>
                    <a:pt x="491667" y="-1575"/>
                    <a:pt x="1098169" y="-1575"/>
                  </a:cubicBezTo>
                  <a:cubicBezTo>
                    <a:pt x="1704671" y="-1575"/>
                    <a:pt x="2196339" y="490093"/>
                    <a:pt x="2196339" y="1096594"/>
                  </a:cubicBezTo>
                  <a:close/>
                </a:path>
              </a:pathLst>
            </a:custGeom>
            <a:noFill/>
            <a:ln w="26924" cap="flat">
              <a:solidFill>
                <a:schemeClr val="accent3"/>
              </a:solidFill>
              <a:prstDash val="solid"/>
              <a:miter/>
            </a:ln>
          </p:spPr>
          <p:txBody>
            <a:bodyPr rtlCol="0" anchor="ctr"/>
            <a:lstStyle/>
            <a:p>
              <a:endParaRPr lang="zh-CN" altLang="en-US"/>
            </a:p>
          </p:txBody>
        </p:sp>
        <p:sp>
          <p:nvSpPr>
            <p:cNvPr id="40" name="任意多边形: 形状 39"/>
            <p:cNvSpPr/>
            <p:nvPr/>
          </p:nvSpPr>
          <p:spPr>
            <a:xfrm rot="18900000">
              <a:off x="891947" y="4179564"/>
              <a:ext cx="1789049" cy="1789049"/>
            </a:xfrm>
            <a:custGeom>
              <a:avLst/>
              <a:gdLst>
                <a:gd name="connsiteX0" fmla="*/ 1789050 w 1789049"/>
                <a:gd name="connsiteY0" fmla="*/ 892950 h 1789049"/>
                <a:gd name="connsiteX1" fmla="*/ 894525 w 1789049"/>
                <a:gd name="connsiteY1" fmla="*/ 1787475 h 1789049"/>
                <a:gd name="connsiteX2" fmla="*/ 0 w 1789049"/>
                <a:gd name="connsiteY2" fmla="*/ 892950 h 1789049"/>
                <a:gd name="connsiteX3" fmla="*/ 894525 w 1789049"/>
                <a:gd name="connsiteY3" fmla="*/ -1576 h 1789049"/>
                <a:gd name="connsiteX4" fmla="*/ 1789050 w 1789049"/>
                <a:gd name="connsiteY4" fmla="*/ 892950 h 178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049" h="1789049">
                  <a:moveTo>
                    <a:pt x="1789050" y="892950"/>
                  </a:moveTo>
                  <a:cubicBezTo>
                    <a:pt x="1789050" y="1386982"/>
                    <a:pt x="1388557" y="1787475"/>
                    <a:pt x="894525" y="1787475"/>
                  </a:cubicBezTo>
                  <a:cubicBezTo>
                    <a:pt x="400492" y="1787475"/>
                    <a:pt x="0" y="1386983"/>
                    <a:pt x="0" y="892950"/>
                  </a:cubicBezTo>
                  <a:cubicBezTo>
                    <a:pt x="0" y="398918"/>
                    <a:pt x="400492" y="-1576"/>
                    <a:pt x="894525" y="-1576"/>
                  </a:cubicBezTo>
                  <a:cubicBezTo>
                    <a:pt x="1388557" y="-1576"/>
                    <a:pt x="1789050" y="398916"/>
                    <a:pt x="1789050" y="892950"/>
                  </a:cubicBezTo>
                  <a:close/>
                </a:path>
              </a:pathLst>
            </a:custGeom>
            <a:noFill/>
            <a:ln w="26924" cap="flat">
              <a:solidFill>
                <a:schemeClr val="accent3"/>
              </a:solidFill>
              <a:prstDash val="solid"/>
              <a:miter/>
            </a:ln>
          </p:spPr>
          <p:txBody>
            <a:bodyPr rtlCol="0" anchor="ctr"/>
            <a:lstStyle/>
            <a:p>
              <a:endParaRPr lang="zh-CN" altLang="en-US"/>
            </a:p>
          </p:txBody>
        </p:sp>
        <p:sp>
          <p:nvSpPr>
            <p:cNvPr id="41" name="任意多边形: 形状 40"/>
            <p:cNvSpPr/>
            <p:nvPr/>
          </p:nvSpPr>
          <p:spPr>
            <a:xfrm rot="18900000">
              <a:off x="1078510" y="4366127"/>
              <a:ext cx="1415923" cy="1415923"/>
            </a:xfrm>
            <a:custGeom>
              <a:avLst/>
              <a:gdLst>
                <a:gd name="connsiteX0" fmla="*/ 1415923 w 1415923"/>
                <a:gd name="connsiteY0" fmla="*/ 706387 h 1415923"/>
                <a:gd name="connsiteX1" fmla="*/ 707962 w 1415923"/>
                <a:gd name="connsiteY1" fmla="*/ 1414348 h 1415923"/>
                <a:gd name="connsiteX2" fmla="*/ 0 w 1415923"/>
                <a:gd name="connsiteY2" fmla="*/ 706387 h 1415923"/>
                <a:gd name="connsiteX3" fmla="*/ 707962 w 1415923"/>
                <a:gd name="connsiteY3" fmla="*/ -1575 h 1415923"/>
                <a:gd name="connsiteX4" fmla="*/ 1415923 w 1415923"/>
                <a:gd name="connsiteY4" fmla="*/ 706387 h 1415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923" h="1415923">
                  <a:moveTo>
                    <a:pt x="1415923" y="706387"/>
                  </a:moveTo>
                  <a:cubicBezTo>
                    <a:pt x="1415923" y="1097383"/>
                    <a:pt x="1098958" y="1414348"/>
                    <a:pt x="707962" y="1414348"/>
                  </a:cubicBezTo>
                  <a:cubicBezTo>
                    <a:pt x="316965" y="1414348"/>
                    <a:pt x="0" y="1097383"/>
                    <a:pt x="0" y="706387"/>
                  </a:cubicBezTo>
                  <a:cubicBezTo>
                    <a:pt x="0" y="315390"/>
                    <a:pt x="316965" y="-1575"/>
                    <a:pt x="707962" y="-1575"/>
                  </a:cubicBezTo>
                  <a:cubicBezTo>
                    <a:pt x="1098958" y="-1575"/>
                    <a:pt x="1415923" y="315390"/>
                    <a:pt x="1415923" y="706387"/>
                  </a:cubicBezTo>
                  <a:close/>
                </a:path>
              </a:pathLst>
            </a:custGeom>
            <a:noFill/>
            <a:ln w="26924" cap="flat">
              <a:solidFill>
                <a:schemeClr val="accent3"/>
              </a:solidFill>
              <a:prstDash val="solid"/>
              <a:miter/>
            </a:ln>
          </p:spPr>
          <p:txBody>
            <a:bodyPr rtlCol="0" anchor="ctr"/>
            <a:lstStyle/>
            <a:p>
              <a:endParaRPr lang="zh-CN" altLang="en-US"/>
            </a:p>
          </p:txBody>
        </p:sp>
        <p:sp>
          <p:nvSpPr>
            <p:cNvPr id="42" name="任意多边形: 形状 41"/>
            <p:cNvSpPr/>
            <p:nvPr/>
          </p:nvSpPr>
          <p:spPr>
            <a:xfrm rot="18246001">
              <a:off x="1472737" y="3282763"/>
              <a:ext cx="627379" cy="627379"/>
            </a:xfrm>
            <a:custGeom>
              <a:avLst/>
              <a:gdLst>
                <a:gd name="connsiteX0" fmla="*/ 627380 w 627379"/>
                <a:gd name="connsiteY0" fmla="*/ 312115 h 627379"/>
                <a:gd name="connsiteX1" fmla="*/ 313690 w 627379"/>
                <a:gd name="connsiteY1" fmla="*/ 625804 h 627379"/>
                <a:gd name="connsiteX2" fmla="*/ 0 w 627379"/>
                <a:gd name="connsiteY2" fmla="*/ 312115 h 627379"/>
                <a:gd name="connsiteX3" fmla="*/ 313690 w 627379"/>
                <a:gd name="connsiteY3" fmla="*/ -1574 h 627379"/>
                <a:gd name="connsiteX4" fmla="*/ 627380 w 627379"/>
                <a:gd name="connsiteY4" fmla="*/ 312115 h 627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379" h="627379">
                  <a:moveTo>
                    <a:pt x="627380" y="312115"/>
                  </a:moveTo>
                  <a:cubicBezTo>
                    <a:pt x="627380" y="485362"/>
                    <a:pt x="486936" y="625804"/>
                    <a:pt x="313690" y="625804"/>
                  </a:cubicBezTo>
                  <a:cubicBezTo>
                    <a:pt x="140444" y="625804"/>
                    <a:pt x="0" y="485360"/>
                    <a:pt x="0" y="312115"/>
                  </a:cubicBezTo>
                  <a:cubicBezTo>
                    <a:pt x="0" y="138868"/>
                    <a:pt x="140444" y="-1574"/>
                    <a:pt x="313690" y="-1574"/>
                  </a:cubicBezTo>
                  <a:cubicBezTo>
                    <a:pt x="486936" y="-1574"/>
                    <a:pt x="627380" y="138870"/>
                    <a:pt x="627380" y="312115"/>
                  </a:cubicBezTo>
                  <a:close/>
                </a:path>
              </a:pathLst>
            </a:custGeom>
            <a:solidFill>
              <a:srgbClr val="ED8F69"/>
            </a:solidFill>
            <a:ln w="6350" cap="flat">
              <a:noFill/>
              <a:prstDash val="solid"/>
              <a:miter/>
            </a:ln>
          </p:spPr>
          <p:txBody>
            <a:bodyPr rtlCol="0" anchor="ctr"/>
            <a:lstStyle/>
            <a:p>
              <a:endParaRPr lang="zh-CN" altLang="en-US"/>
            </a:p>
          </p:txBody>
        </p:sp>
        <p:sp>
          <p:nvSpPr>
            <p:cNvPr id="43" name="任意多边形: 形状 42"/>
            <p:cNvSpPr/>
            <p:nvPr/>
          </p:nvSpPr>
          <p:spPr>
            <a:xfrm rot="18900000">
              <a:off x="9356683" y="797427"/>
              <a:ext cx="2196338" cy="2196338"/>
            </a:xfrm>
            <a:custGeom>
              <a:avLst/>
              <a:gdLst>
                <a:gd name="connsiteX0" fmla="*/ 2196339 w 2196338"/>
                <a:gd name="connsiteY0" fmla="*/ 1096595 h 2196338"/>
                <a:gd name="connsiteX1" fmla="*/ 1098170 w 2196338"/>
                <a:gd name="connsiteY1" fmla="*/ 2194764 h 2196338"/>
                <a:gd name="connsiteX2" fmla="*/ 1 w 2196338"/>
                <a:gd name="connsiteY2" fmla="*/ 1096595 h 2196338"/>
                <a:gd name="connsiteX3" fmla="*/ 1098170 w 2196338"/>
                <a:gd name="connsiteY3" fmla="*/ -1574 h 2196338"/>
                <a:gd name="connsiteX4" fmla="*/ 2196339 w 2196338"/>
                <a:gd name="connsiteY4" fmla="*/ 1096595 h 2196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6338" h="2196338">
                  <a:moveTo>
                    <a:pt x="2196339" y="1096595"/>
                  </a:moveTo>
                  <a:cubicBezTo>
                    <a:pt x="2196339" y="1703097"/>
                    <a:pt x="1704672" y="2194764"/>
                    <a:pt x="1098170" y="2194764"/>
                  </a:cubicBezTo>
                  <a:cubicBezTo>
                    <a:pt x="491668" y="2194764"/>
                    <a:pt x="1" y="1703097"/>
                    <a:pt x="1" y="1096595"/>
                  </a:cubicBezTo>
                  <a:cubicBezTo>
                    <a:pt x="1" y="490093"/>
                    <a:pt x="491668" y="-1574"/>
                    <a:pt x="1098170" y="-1574"/>
                  </a:cubicBezTo>
                  <a:cubicBezTo>
                    <a:pt x="1704672" y="-1574"/>
                    <a:pt x="2196339" y="490093"/>
                    <a:pt x="2196339" y="1096595"/>
                  </a:cubicBezTo>
                  <a:close/>
                </a:path>
              </a:pathLst>
            </a:custGeom>
            <a:noFill/>
            <a:ln w="26924" cap="flat">
              <a:solidFill>
                <a:schemeClr val="accent3"/>
              </a:solidFill>
              <a:prstDash val="solid"/>
              <a:miter/>
            </a:ln>
          </p:spPr>
          <p:txBody>
            <a:bodyPr rtlCol="0" anchor="ctr"/>
            <a:lstStyle/>
            <a:p>
              <a:endParaRPr lang="zh-CN" altLang="en-US"/>
            </a:p>
          </p:txBody>
        </p:sp>
        <p:sp>
          <p:nvSpPr>
            <p:cNvPr id="44" name="任意多边形: 形状 43"/>
            <p:cNvSpPr/>
            <p:nvPr/>
          </p:nvSpPr>
          <p:spPr>
            <a:xfrm rot="18900000">
              <a:off x="8977080" y="417824"/>
              <a:ext cx="2955544" cy="2955544"/>
            </a:xfrm>
            <a:custGeom>
              <a:avLst/>
              <a:gdLst>
                <a:gd name="connsiteX0" fmla="*/ 2955545 w 2955544"/>
                <a:gd name="connsiteY0" fmla="*/ 1476198 h 2955544"/>
                <a:gd name="connsiteX1" fmla="*/ 1477773 w 2955544"/>
                <a:gd name="connsiteY1" fmla="*/ 2953971 h 2955544"/>
                <a:gd name="connsiteX2" fmla="*/ 1 w 2955544"/>
                <a:gd name="connsiteY2" fmla="*/ 1476199 h 2955544"/>
                <a:gd name="connsiteX3" fmla="*/ 1477773 w 2955544"/>
                <a:gd name="connsiteY3" fmla="*/ -1574 h 2955544"/>
                <a:gd name="connsiteX4" fmla="*/ 2955545 w 2955544"/>
                <a:gd name="connsiteY4" fmla="*/ 1476198 h 2955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5544" h="2955544">
                  <a:moveTo>
                    <a:pt x="2955545" y="1476198"/>
                  </a:moveTo>
                  <a:cubicBezTo>
                    <a:pt x="2955545" y="2292349"/>
                    <a:pt x="2293924" y="2953971"/>
                    <a:pt x="1477773" y="2953971"/>
                  </a:cubicBezTo>
                  <a:cubicBezTo>
                    <a:pt x="661622" y="2953971"/>
                    <a:pt x="1" y="2292350"/>
                    <a:pt x="1" y="1476199"/>
                  </a:cubicBezTo>
                  <a:cubicBezTo>
                    <a:pt x="1" y="660047"/>
                    <a:pt x="661622" y="-1574"/>
                    <a:pt x="1477773" y="-1574"/>
                  </a:cubicBezTo>
                  <a:cubicBezTo>
                    <a:pt x="2293924" y="-1574"/>
                    <a:pt x="2955545" y="660047"/>
                    <a:pt x="2955545" y="1476198"/>
                  </a:cubicBezTo>
                  <a:close/>
                </a:path>
              </a:pathLst>
            </a:custGeom>
            <a:noFill/>
            <a:ln w="26924" cap="flat">
              <a:solidFill>
                <a:schemeClr val="accent3"/>
              </a:solidFill>
              <a:prstDash val="solid"/>
              <a:miter/>
            </a:ln>
          </p:spPr>
          <p:txBody>
            <a:bodyPr rtlCol="0" anchor="ctr"/>
            <a:lstStyle/>
            <a:p>
              <a:endParaRPr lang="zh-CN" altLang="en-US"/>
            </a:p>
          </p:txBody>
        </p:sp>
        <p:sp>
          <p:nvSpPr>
            <p:cNvPr id="45" name="任意多边形: 形状 44"/>
            <p:cNvSpPr/>
            <p:nvPr/>
          </p:nvSpPr>
          <p:spPr>
            <a:xfrm>
              <a:off x="9166859" y="607567"/>
              <a:ext cx="2575941" cy="2576004"/>
            </a:xfrm>
            <a:custGeom>
              <a:avLst/>
              <a:gdLst>
                <a:gd name="connsiteX0" fmla="*/ 1287971 w 2575941"/>
                <a:gd name="connsiteY0" fmla="*/ -1575 h 2576004"/>
                <a:gd name="connsiteX1" fmla="*/ 2575941 w 2575941"/>
                <a:gd name="connsiteY1" fmla="*/ 1286460 h 2576004"/>
                <a:gd name="connsiteX2" fmla="*/ 1287971 w 2575941"/>
                <a:gd name="connsiteY2" fmla="*/ 2574430 h 2576004"/>
                <a:gd name="connsiteX3" fmla="*/ 0 w 2575941"/>
                <a:gd name="connsiteY3" fmla="*/ 1286460 h 2576004"/>
                <a:gd name="connsiteX4" fmla="*/ 1287971 w 2575941"/>
                <a:gd name="connsiteY4" fmla="*/ -1575 h 2576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5941" h="2576004">
                  <a:moveTo>
                    <a:pt x="1287971" y="-1575"/>
                  </a:moveTo>
                  <a:cubicBezTo>
                    <a:pt x="1998155" y="-1575"/>
                    <a:pt x="2575941" y="576275"/>
                    <a:pt x="2575941" y="1286460"/>
                  </a:cubicBezTo>
                  <a:cubicBezTo>
                    <a:pt x="2575941" y="1996644"/>
                    <a:pt x="1998091" y="2574430"/>
                    <a:pt x="1287971" y="2574430"/>
                  </a:cubicBezTo>
                  <a:cubicBezTo>
                    <a:pt x="577850" y="2574430"/>
                    <a:pt x="0" y="1996580"/>
                    <a:pt x="0" y="1286460"/>
                  </a:cubicBezTo>
                  <a:cubicBezTo>
                    <a:pt x="0" y="576339"/>
                    <a:pt x="577786" y="-1575"/>
                    <a:pt x="1287971" y="-1575"/>
                  </a:cubicBezTo>
                  <a:close/>
                </a:path>
              </a:pathLst>
            </a:custGeom>
            <a:noFill/>
            <a:ln w="26924" cap="flat">
              <a:solidFill>
                <a:schemeClr val="accent3"/>
              </a:solidFill>
              <a:prstDash val="solid"/>
              <a:miter/>
            </a:ln>
          </p:spPr>
          <p:txBody>
            <a:bodyPr rtlCol="0" anchor="ctr"/>
            <a:lstStyle/>
            <a:p>
              <a:endParaRPr lang="zh-CN" altLang="en-US"/>
            </a:p>
          </p:txBody>
        </p:sp>
        <p:sp>
          <p:nvSpPr>
            <p:cNvPr id="46" name="任意多边形: 形状 45"/>
            <p:cNvSpPr/>
            <p:nvPr/>
          </p:nvSpPr>
          <p:spPr>
            <a:xfrm rot="18900000">
              <a:off x="9356683" y="797427"/>
              <a:ext cx="2196338" cy="2196338"/>
            </a:xfrm>
            <a:custGeom>
              <a:avLst/>
              <a:gdLst>
                <a:gd name="connsiteX0" fmla="*/ 2196339 w 2196338"/>
                <a:gd name="connsiteY0" fmla="*/ 1096595 h 2196338"/>
                <a:gd name="connsiteX1" fmla="*/ 1098170 w 2196338"/>
                <a:gd name="connsiteY1" fmla="*/ 2194764 h 2196338"/>
                <a:gd name="connsiteX2" fmla="*/ 1 w 2196338"/>
                <a:gd name="connsiteY2" fmla="*/ 1096595 h 2196338"/>
                <a:gd name="connsiteX3" fmla="*/ 1098170 w 2196338"/>
                <a:gd name="connsiteY3" fmla="*/ -1574 h 2196338"/>
                <a:gd name="connsiteX4" fmla="*/ 2196339 w 2196338"/>
                <a:gd name="connsiteY4" fmla="*/ 1096595 h 2196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6338" h="2196338">
                  <a:moveTo>
                    <a:pt x="2196339" y="1096595"/>
                  </a:moveTo>
                  <a:cubicBezTo>
                    <a:pt x="2196339" y="1703097"/>
                    <a:pt x="1704672" y="2194764"/>
                    <a:pt x="1098170" y="2194764"/>
                  </a:cubicBezTo>
                  <a:cubicBezTo>
                    <a:pt x="491668" y="2194764"/>
                    <a:pt x="1" y="1703097"/>
                    <a:pt x="1" y="1096595"/>
                  </a:cubicBezTo>
                  <a:cubicBezTo>
                    <a:pt x="1" y="490093"/>
                    <a:pt x="491668" y="-1574"/>
                    <a:pt x="1098170" y="-1574"/>
                  </a:cubicBezTo>
                  <a:cubicBezTo>
                    <a:pt x="1704672" y="-1574"/>
                    <a:pt x="2196339" y="490093"/>
                    <a:pt x="2196339" y="1096595"/>
                  </a:cubicBezTo>
                  <a:close/>
                </a:path>
              </a:pathLst>
            </a:custGeom>
            <a:noFill/>
            <a:ln w="26924" cap="flat">
              <a:solidFill>
                <a:schemeClr val="accent3"/>
              </a:solidFill>
              <a:prstDash val="solid"/>
              <a:miter/>
            </a:ln>
          </p:spPr>
          <p:txBody>
            <a:bodyPr rtlCol="0" anchor="ctr"/>
            <a:lstStyle/>
            <a:p>
              <a:endParaRPr lang="zh-CN" altLang="en-US"/>
            </a:p>
          </p:txBody>
        </p:sp>
        <p:sp>
          <p:nvSpPr>
            <p:cNvPr id="47" name="任意多边形: 形状 46"/>
            <p:cNvSpPr/>
            <p:nvPr/>
          </p:nvSpPr>
          <p:spPr>
            <a:xfrm rot="18900000">
              <a:off x="9560327" y="1001071"/>
              <a:ext cx="1789049" cy="1789049"/>
            </a:xfrm>
            <a:custGeom>
              <a:avLst/>
              <a:gdLst>
                <a:gd name="connsiteX0" fmla="*/ 1789050 w 1789049"/>
                <a:gd name="connsiteY0" fmla="*/ 892950 h 1789049"/>
                <a:gd name="connsiteX1" fmla="*/ 894525 w 1789049"/>
                <a:gd name="connsiteY1" fmla="*/ 1787475 h 1789049"/>
                <a:gd name="connsiteX2" fmla="*/ 0 w 1789049"/>
                <a:gd name="connsiteY2" fmla="*/ 892950 h 1789049"/>
                <a:gd name="connsiteX3" fmla="*/ 894525 w 1789049"/>
                <a:gd name="connsiteY3" fmla="*/ -1575 h 1789049"/>
                <a:gd name="connsiteX4" fmla="*/ 1789050 w 1789049"/>
                <a:gd name="connsiteY4" fmla="*/ 892950 h 178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049" h="1789049">
                  <a:moveTo>
                    <a:pt x="1789050" y="892950"/>
                  </a:moveTo>
                  <a:cubicBezTo>
                    <a:pt x="1789050" y="1386982"/>
                    <a:pt x="1388557" y="1787475"/>
                    <a:pt x="894525" y="1787475"/>
                  </a:cubicBezTo>
                  <a:cubicBezTo>
                    <a:pt x="400493" y="1787475"/>
                    <a:pt x="0" y="1386982"/>
                    <a:pt x="0" y="892950"/>
                  </a:cubicBezTo>
                  <a:cubicBezTo>
                    <a:pt x="0" y="398918"/>
                    <a:pt x="400493" y="-1575"/>
                    <a:pt x="894525" y="-1575"/>
                  </a:cubicBezTo>
                  <a:cubicBezTo>
                    <a:pt x="1388557" y="-1575"/>
                    <a:pt x="1789050" y="398918"/>
                    <a:pt x="1789050" y="892950"/>
                  </a:cubicBezTo>
                  <a:close/>
                </a:path>
              </a:pathLst>
            </a:custGeom>
            <a:noFill/>
            <a:ln w="26924" cap="flat">
              <a:solidFill>
                <a:schemeClr val="accent3"/>
              </a:solidFill>
              <a:prstDash val="solid"/>
              <a:miter/>
            </a:ln>
          </p:spPr>
          <p:txBody>
            <a:bodyPr rtlCol="0" anchor="ctr"/>
            <a:lstStyle/>
            <a:p>
              <a:endParaRPr lang="zh-CN" altLang="en-US"/>
            </a:p>
          </p:txBody>
        </p:sp>
        <p:sp>
          <p:nvSpPr>
            <p:cNvPr id="48" name="任意多边形: 形状 47"/>
            <p:cNvSpPr/>
            <p:nvPr/>
          </p:nvSpPr>
          <p:spPr>
            <a:xfrm rot="18900000">
              <a:off x="9746891" y="1187634"/>
              <a:ext cx="1415923" cy="1415923"/>
            </a:xfrm>
            <a:custGeom>
              <a:avLst/>
              <a:gdLst>
                <a:gd name="connsiteX0" fmla="*/ 1415924 w 1415923"/>
                <a:gd name="connsiteY0" fmla="*/ 706387 h 1415923"/>
                <a:gd name="connsiteX1" fmla="*/ 707962 w 1415923"/>
                <a:gd name="connsiteY1" fmla="*/ 1414349 h 1415923"/>
                <a:gd name="connsiteX2" fmla="*/ 0 w 1415923"/>
                <a:gd name="connsiteY2" fmla="*/ 706387 h 1415923"/>
                <a:gd name="connsiteX3" fmla="*/ 707962 w 1415923"/>
                <a:gd name="connsiteY3" fmla="*/ -1575 h 1415923"/>
                <a:gd name="connsiteX4" fmla="*/ 1415924 w 1415923"/>
                <a:gd name="connsiteY4" fmla="*/ 706387 h 1415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923" h="1415923">
                  <a:moveTo>
                    <a:pt x="1415924" y="706387"/>
                  </a:moveTo>
                  <a:cubicBezTo>
                    <a:pt x="1415924" y="1097384"/>
                    <a:pt x="1098959" y="1414349"/>
                    <a:pt x="707962" y="1414349"/>
                  </a:cubicBezTo>
                  <a:cubicBezTo>
                    <a:pt x="316966" y="1414349"/>
                    <a:pt x="0" y="1097384"/>
                    <a:pt x="0" y="706387"/>
                  </a:cubicBezTo>
                  <a:cubicBezTo>
                    <a:pt x="0" y="315391"/>
                    <a:pt x="316966" y="-1575"/>
                    <a:pt x="707962" y="-1575"/>
                  </a:cubicBezTo>
                  <a:cubicBezTo>
                    <a:pt x="1098959" y="-1575"/>
                    <a:pt x="1415924" y="315391"/>
                    <a:pt x="1415924" y="706387"/>
                  </a:cubicBezTo>
                  <a:close/>
                </a:path>
              </a:pathLst>
            </a:custGeom>
            <a:noFill/>
            <a:ln w="26924" cap="flat">
              <a:solidFill>
                <a:schemeClr val="accent3"/>
              </a:solidFill>
              <a:prstDash val="solid"/>
              <a:miter/>
            </a:ln>
          </p:spPr>
          <p:txBody>
            <a:bodyPr rtlCol="0" anchor="ctr"/>
            <a:lstStyle/>
            <a:p>
              <a:endParaRPr lang="zh-CN" altLang="en-US"/>
            </a:p>
          </p:txBody>
        </p:sp>
        <p:sp>
          <p:nvSpPr>
            <p:cNvPr id="49" name="任意多边形: 形状 48"/>
            <p:cNvSpPr/>
            <p:nvPr/>
          </p:nvSpPr>
          <p:spPr>
            <a:xfrm rot="18616199">
              <a:off x="10141126" y="3060025"/>
              <a:ext cx="627379" cy="627379"/>
            </a:xfrm>
            <a:custGeom>
              <a:avLst/>
              <a:gdLst>
                <a:gd name="connsiteX0" fmla="*/ 627380 w 627379"/>
                <a:gd name="connsiteY0" fmla="*/ 312114 h 627379"/>
                <a:gd name="connsiteX1" fmla="*/ 313690 w 627379"/>
                <a:gd name="connsiteY1" fmla="*/ 625804 h 627379"/>
                <a:gd name="connsiteX2" fmla="*/ -1 w 627379"/>
                <a:gd name="connsiteY2" fmla="*/ 312114 h 627379"/>
                <a:gd name="connsiteX3" fmla="*/ 313690 w 627379"/>
                <a:gd name="connsiteY3" fmla="*/ -1575 h 627379"/>
                <a:gd name="connsiteX4" fmla="*/ 627380 w 627379"/>
                <a:gd name="connsiteY4" fmla="*/ 312114 h 627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379" h="627379">
                  <a:moveTo>
                    <a:pt x="627380" y="312114"/>
                  </a:moveTo>
                  <a:cubicBezTo>
                    <a:pt x="627380" y="485361"/>
                    <a:pt x="486936" y="625804"/>
                    <a:pt x="313690" y="625804"/>
                  </a:cubicBezTo>
                  <a:cubicBezTo>
                    <a:pt x="140444" y="625804"/>
                    <a:pt x="-1" y="485360"/>
                    <a:pt x="-1" y="312114"/>
                  </a:cubicBezTo>
                  <a:cubicBezTo>
                    <a:pt x="-1" y="138868"/>
                    <a:pt x="140444" y="-1575"/>
                    <a:pt x="313690" y="-1575"/>
                  </a:cubicBezTo>
                  <a:cubicBezTo>
                    <a:pt x="486936" y="-1575"/>
                    <a:pt x="627380" y="138869"/>
                    <a:pt x="627380" y="312114"/>
                  </a:cubicBezTo>
                  <a:close/>
                </a:path>
              </a:pathLst>
            </a:custGeom>
            <a:solidFill>
              <a:schemeClr val="accent1"/>
            </a:solidFill>
            <a:ln w="6350" cap="flat">
              <a:noFill/>
              <a:prstDash val="solid"/>
              <a:miter/>
            </a:ln>
          </p:spPr>
          <p:txBody>
            <a:bodyPr rtlCol="0" anchor="ctr"/>
            <a:lstStyle/>
            <a:p>
              <a:endParaRPr lang="zh-CN" altLang="en-US"/>
            </a:p>
          </p:txBody>
        </p:sp>
      </p:grpSp>
      <p:sp>
        <p:nvSpPr>
          <p:cNvPr id="2" name="标题 1"/>
          <p:cNvSpPr>
            <a:spLocks noGrp="1"/>
          </p:cNvSpPr>
          <p:nvPr>
            <p:ph type="title" hasCustomPrompt="1"/>
          </p:nvPr>
        </p:nvSpPr>
        <p:spPr>
          <a:xfrm>
            <a:off x="2795205" y="1577033"/>
            <a:ext cx="6601591" cy="2075349"/>
          </a:xfrm>
        </p:spPr>
        <p:txBody>
          <a:bodyPr wrap="square" anchor="b">
            <a:normAutofit/>
          </a:bodyPr>
          <a:lstStyle>
            <a:lvl1pPr algn="ctr">
              <a:defRPr sz="5400">
                <a:solidFill>
                  <a:schemeClr val="tx1"/>
                </a:solidFill>
              </a:defRPr>
            </a:lvl1pPr>
          </a:lstStyle>
          <a:p>
            <a:pPr lvl="0"/>
            <a:r>
              <a:rPr lang="en-US"/>
              <a:t>Click to add title</a:t>
            </a:r>
          </a:p>
        </p:txBody>
      </p:sp>
      <p:sp>
        <p:nvSpPr>
          <p:cNvPr id="3" name="文本占位符 2"/>
          <p:cNvSpPr>
            <a:spLocks noGrp="1"/>
          </p:cNvSpPr>
          <p:nvPr>
            <p:ph type="body" idx="1" hasCustomPrompt="1"/>
          </p:nvPr>
        </p:nvSpPr>
        <p:spPr>
          <a:xfrm>
            <a:off x="2795205" y="3862500"/>
            <a:ext cx="6601591" cy="1077212"/>
          </a:xfrm>
        </p:spPr>
        <p:txBody>
          <a:bodyPr wrap="square">
            <a:normAutofit/>
          </a:bodyPr>
          <a:lstStyle>
            <a:lvl1pPr marL="0" indent="0" algn="ctr">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text</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solidFill>
                  <a:schemeClr val="tx1"/>
                </a:solidFill>
              </a:defRPr>
            </a:lvl1pPr>
          </a:lstStyle>
          <a:p>
            <a:pPr lvl="0"/>
            <a:r>
              <a:rPr lang="en-US"/>
              <a:t>Click to add title</a:t>
            </a:r>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grpSp>
        <p:nvGrpSpPr>
          <p:cNvPr id="3" name="组合 2"/>
          <p:cNvGrpSpPr/>
          <p:nvPr/>
        </p:nvGrpSpPr>
        <p:grpSpPr>
          <a:xfrm>
            <a:off x="0" y="-1"/>
            <a:ext cx="12191999" cy="6858001"/>
            <a:chOff x="0" y="-1"/>
            <a:chExt cx="12191999" cy="6858001"/>
          </a:xfrm>
        </p:grpSpPr>
        <p:sp>
          <p:nvSpPr>
            <p:cNvPr id="6" name="任意多边形: 形状 5"/>
            <p:cNvSpPr/>
            <p:nvPr/>
          </p:nvSpPr>
          <p:spPr>
            <a:xfrm rot="10800000">
              <a:off x="0" y="-1"/>
              <a:ext cx="3079376" cy="3079547"/>
            </a:xfrm>
            <a:custGeom>
              <a:avLst/>
              <a:gdLst>
                <a:gd name="connsiteX0" fmla="*/ 5137785 w 5137785"/>
                <a:gd name="connsiteY0" fmla="*/ -358 h 5138070"/>
                <a:gd name="connsiteX1" fmla="*/ 5137785 w 5137785"/>
                <a:gd name="connsiteY1" fmla="*/ 5137141 h 5138070"/>
                <a:gd name="connsiteX2" fmla="*/ 0 w 5137785"/>
                <a:gd name="connsiteY2" fmla="*/ 5137141 h 5138070"/>
                <a:gd name="connsiteX3" fmla="*/ 0 w 5137785"/>
                <a:gd name="connsiteY3" fmla="*/ 4103297 h 5138070"/>
                <a:gd name="connsiteX4" fmla="*/ 678562 w 5137785"/>
                <a:gd name="connsiteY4" fmla="*/ 3424546 h 5138070"/>
                <a:gd name="connsiteX5" fmla="*/ 678752 w 5137785"/>
                <a:gd name="connsiteY5" fmla="*/ 3424546 h 5138070"/>
                <a:gd name="connsiteX6" fmla="*/ 1074801 w 5137785"/>
                <a:gd name="connsiteY6" fmla="*/ 3424546 h 5138070"/>
                <a:gd name="connsiteX7" fmla="*/ 1712976 w 5137785"/>
                <a:gd name="connsiteY7" fmla="*/ 2786371 h 5138070"/>
                <a:gd name="connsiteX8" fmla="*/ 1712976 w 5137785"/>
                <a:gd name="connsiteY8" fmla="*/ 2390322 h 5138070"/>
                <a:gd name="connsiteX9" fmla="*/ 2391347 w 5137785"/>
                <a:gd name="connsiteY9" fmla="*/ 1711761 h 5138070"/>
                <a:gd name="connsiteX10" fmla="*/ 2787396 w 5137785"/>
                <a:gd name="connsiteY10" fmla="*/ 1711761 h 5138070"/>
                <a:gd name="connsiteX11" fmla="*/ 3425571 w 5137785"/>
                <a:gd name="connsiteY11" fmla="*/ 1073586 h 5138070"/>
                <a:gd name="connsiteX12" fmla="*/ 3425571 w 5137785"/>
                <a:gd name="connsiteY12" fmla="*/ 677821 h 5138070"/>
                <a:gd name="connsiteX13" fmla="*/ 4104132 w 5137785"/>
                <a:gd name="connsiteY13" fmla="*/ -930 h 5138070"/>
                <a:gd name="connsiteX14" fmla="*/ 4104323 w 5137785"/>
                <a:gd name="connsiteY14" fmla="*/ -930 h 5138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37785" h="5138070">
                  <a:moveTo>
                    <a:pt x="5137785" y="-358"/>
                  </a:moveTo>
                  <a:lnTo>
                    <a:pt x="5137785" y="5137141"/>
                  </a:lnTo>
                  <a:lnTo>
                    <a:pt x="0" y="5137141"/>
                  </a:lnTo>
                  <a:lnTo>
                    <a:pt x="0" y="4103297"/>
                  </a:lnTo>
                  <a:cubicBezTo>
                    <a:pt x="-57" y="3728489"/>
                    <a:pt x="303752" y="3424641"/>
                    <a:pt x="678562" y="3424546"/>
                  </a:cubicBezTo>
                  <a:cubicBezTo>
                    <a:pt x="678628" y="3424546"/>
                    <a:pt x="678685" y="3424546"/>
                    <a:pt x="678752" y="3424546"/>
                  </a:cubicBezTo>
                  <a:lnTo>
                    <a:pt x="1074801" y="3424546"/>
                  </a:lnTo>
                  <a:cubicBezTo>
                    <a:pt x="1427255" y="3424546"/>
                    <a:pt x="1712976" y="3138796"/>
                    <a:pt x="1712976" y="2786371"/>
                  </a:cubicBezTo>
                  <a:lnTo>
                    <a:pt x="1712976" y="2390322"/>
                  </a:lnTo>
                  <a:cubicBezTo>
                    <a:pt x="1713024" y="2015704"/>
                    <a:pt x="2016681" y="1711951"/>
                    <a:pt x="2391347" y="1711761"/>
                  </a:cubicBezTo>
                  <a:lnTo>
                    <a:pt x="2787396" y="1711761"/>
                  </a:lnTo>
                  <a:cubicBezTo>
                    <a:pt x="3139850" y="1711761"/>
                    <a:pt x="3425571" y="1426011"/>
                    <a:pt x="3425571" y="1073586"/>
                  </a:cubicBezTo>
                  <a:lnTo>
                    <a:pt x="3425571" y="677821"/>
                  </a:lnTo>
                  <a:cubicBezTo>
                    <a:pt x="3425476" y="303013"/>
                    <a:pt x="3729324" y="-834"/>
                    <a:pt x="4104132" y="-930"/>
                  </a:cubicBezTo>
                  <a:cubicBezTo>
                    <a:pt x="4104228" y="-930"/>
                    <a:pt x="4104228" y="-930"/>
                    <a:pt x="4104323" y="-930"/>
                  </a:cubicBezTo>
                  <a:close/>
                </a:path>
              </a:pathLst>
            </a:custGeom>
            <a:solidFill>
              <a:schemeClr val="accent1">
                <a:lumMod val="20000"/>
                <a:lumOff val="80000"/>
                <a:alpha val="44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zh-CN" altLang="en-US"/>
            </a:p>
          </p:txBody>
        </p:sp>
        <p:grpSp>
          <p:nvGrpSpPr>
            <p:cNvPr id="7" name="组合 6"/>
            <p:cNvGrpSpPr/>
            <p:nvPr/>
          </p:nvGrpSpPr>
          <p:grpSpPr>
            <a:xfrm>
              <a:off x="4948619" y="0"/>
              <a:ext cx="7243380" cy="6858000"/>
              <a:chOff x="4948619" y="0"/>
              <a:chExt cx="7243380" cy="6858000"/>
            </a:xfrm>
          </p:grpSpPr>
          <p:sp>
            <p:nvSpPr>
              <p:cNvPr id="8" name="任意多边形: 形状 7"/>
              <p:cNvSpPr/>
              <p:nvPr/>
            </p:nvSpPr>
            <p:spPr>
              <a:xfrm>
                <a:off x="6968087" y="1633799"/>
                <a:ext cx="5223911" cy="5224201"/>
              </a:xfrm>
              <a:custGeom>
                <a:avLst/>
                <a:gdLst>
                  <a:gd name="connsiteX0" fmla="*/ 5137785 w 5137785"/>
                  <a:gd name="connsiteY0" fmla="*/ -358 h 5138070"/>
                  <a:gd name="connsiteX1" fmla="*/ 5137785 w 5137785"/>
                  <a:gd name="connsiteY1" fmla="*/ 5137141 h 5138070"/>
                  <a:gd name="connsiteX2" fmla="*/ 0 w 5137785"/>
                  <a:gd name="connsiteY2" fmla="*/ 5137141 h 5138070"/>
                  <a:gd name="connsiteX3" fmla="*/ 0 w 5137785"/>
                  <a:gd name="connsiteY3" fmla="*/ 4103297 h 5138070"/>
                  <a:gd name="connsiteX4" fmla="*/ 678562 w 5137785"/>
                  <a:gd name="connsiteY4" fmla="*/ 3424546 h 5138070"/>
                  <a:gd name="connsiteX5" fmla="*/ 678752 w 5137785"/>
                  <a:gd name="connsiteY5" fmla="*/ 3424546 h 5138070"/>
                  <a:gd name="connsiteX6" fmla="*/ 1074801 w 5137785"/>
                  <a:gd name="connsiteY6" fmla="*/ 3424546 h 5138070"/>
                  <a:gd name="connsiteX7" fmla="*/ 1712976 w 5137785"/>
                  <a:gd name="connsiteY7" fmla="*/ 2786371 h 5138070"/>
                  <a:gd name="connsiteX8" fmla="*/ 1712976 w 5137785"/>
                  <a:gd name="connsiteY8" fmla="*/ 2390322 h 5138070"/>
                  <a:gd name="connsiteX9" fmla="*/ 2391347 w 5137785"/>
                  <a:gd name="connsiteY9" fmla="*/ 1711761 h 5138070"/>
                  <a:gd name="connsiteX10" fmla="*/ 2787396 w 5137785"/>
                  <a:gd name="connsiteY10" fmla="*/ 1711761 h 5138070"/>
                  <a:gd name="connsiteX11" fmla="*/ 3425571 w 5137785"/>
                  <a:gd name="connsiteY11" fmla="*/ 1073586 h 5138070"/>
                  <a:gd name="connsiteX12" fmla="*/ 3425571 w 5137785"/>
                  <a:gd name="connsiteY12" fmla="*/ 677821 h 5138070"/>
                  <a:gd name="connsiteX13" fmla="*/ 4104132 w 5137785"/>
                  <a:gd name="connsiteY13" fmla="*/ -930 h 5138070"/>
                  <a:gd name="connsiteX14" fmla="*/ 4104323 w 5137785"/>
                  <a:gd name="connsiteY14" fmla="*/ -930 h 5138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37785" h="5138070">
                    <a:moveTo>
                      <a:pt x="5137785" y="-358"/>
                    </a:moveTo>
                    <a:lnTo>
                      <a:pt x="5137785" y="5137141"/>
                    </a:lnTo>
                    <a:lnTo>
                      <a:pt x="0" y="5137141"/>
                    </a:lnTo>
                    <a:lnTo>
                      <a:pt x="0" y="4103297"/>
                    </a:lnTo>
                    <a:cubicBezTo>
                      <a:pt x="-57" y="3728489"/>
                      <a:pt x="303752" y="3424641"/>
                      <a:pt x="678562" y="3424546"/>
                    </a:cubicBezTo>
                    <a:cubicBezTo>
                      <a:pt x="678628" y="3424546"/>
                      <a:pt x="678685" y="3424546"/>
                      <a:pt x="678752" y="3424546"/>
                    </a:cubicBezTo>
                    <a:lnTo>
                      <a:pt x="1074801" y="3424546"/>
                    </a:lnTo>
                    <a:cubicBezTo>
                      <a:pt x="1427255" y="3424546"/>
                      <a:pt x="1712976" y="3138796"/>
                      <a:pt x="1712976" y="2786371"/>
                    </a:cubicBezTo>
                    <a:lnTo>
                      <a:pt x="1712976" y="2390322"/>
                    </a:lnTo>
                    <a:cubicBezTo>
                      <a:pt x="1713024" y="2015704"/>
                      <a:pt x="2016681" y="1711951"/>
                      <a:pt x="2391347" y="1711761"/>
                    </a:cubicBezTo>
                    <a:lnTo>
                      <a:pt x="2787396" y="1711761"/>
                    </a:lnTo>
                    <a:cubicBezTo>
                      <a:pt x="3139850" y="1711761"/>
                      <a:pt x="3425571" y="1426011"/>
                      <a:pt x="3425571" y="1073586"/>
                    </a:cubicBezTo>
                    <a:lnTo>
                      <a:pt x="3425571" y="677821"/>
                    </a:lnTo>
                    <a:cubicBezTo>
                      <a:pt x="3425476" y="303013"/>
                      <a:pt x="3729324" y="-834"/>
                      <a:pt x="4104132" y="-930"/>
                    </a:cubicBezTo>
                    <a:cubicBezTo>
                      <a:pt x="4104228" y="-930"/>
                      <a:pt x="4104228" y="-930"/>
                      <a:pt x="4104323" y="-930"/>
                    </a:cubicBezTo>
                    <a:close/>
                  </a:path>
                </a:pathLst>
              </a:custGeom>
              <a:solidFill>
                <a:schemeClr val="accent1"/>
              </a:solidFill>
              <a:ln w="9525" cap="flat">
                <a:noFill/>
                <a:prstDash val="solid"/>
                <a:miter/>
              </a:ln>
            </p:spPr>
            <p:txBody>
              <a:bodyPr rtlCol="0" anchor="ctr"/>
              <a:lstStyle/>
              <a:p>
                <a:endParaRPr lang="zh-CN" altLang="en-US"/>
              </a:p>
            </p:txBody>
          </p:sp>
          <p:sp>
            <p:nvSpPr>
              <p:cNvPr id="9" name="任意多边形: 形状 8"/>
              <p:cNvSpPr/>
              <p:nvPr/>
            </p:nvSpPr>
            <p:spPr>
              <a:xfrm>
                <a:off x="8661783" y="3327993"/>
                <a:ext cx="3530215" cy="3530007"/>
              </a:xfrm>
              <a:custGeom>
                <a:avLst/>
                <a:gdLst>
                  <a:gd name="connsiteX0" fmla="*/ 3246596 w 3246596"/>
                  <a:gd name="connsiteY0" fmla="*/ -930 h 3246405"/>
                  <a:gd name="connsiteX1" fmla="*/ 3246596 w 3246596"/>
                  <a:gd name="connsiteY1" fmla="*/ 3245476 h 3246405"/>
                  <a:gd name="connsiteX2" fmla="*/ 0 w 3246596"/>
                  <a:gd name="connsiteY2" fmla="*/ 3245476 h 3246405"/>
                  <a:gd name="connsiteX3" fmla="*/ 0 w 3246596"/>
                  <a:gd name="connsiteY3" fmla="*/ 2535959 h 3246405"/>
                  <a:gd name="connsiteX4" fmla="*/ 372713 w 3246596"/>
                  <a:gd name="connsiteY4" fmla="*/ 2163245 h 3246405"/>
                  <a:gd name="connsiteX5" fmla="*/ 709517 w 3246596"/>
                  <a:gd name="connsiteY5" fmla="*/ 2163245 h 3246405"/>
                  <a:gd name="connsiteX6" fmla="*/ 1082231 w 3246596"/>
                  <a:gd name="connsiteY6" fmla="*/ 1790723 h 3246405"/>
                  <a:gd name="connsiteX7" fmla="*/ 1082231 w 3246596"/>
                  <a:gd name="connsiteY7" fmla="*/ 1790627 h 3246405"/>
                  <a:gd name="connsiteX8" fmla="*/ 1082231 w 3246596"/>
                  <a:gd name="connsiteY8" fmla="*/ 1453728 h 3246405"/>
                  <a:gd name="connsiteX9" fmla="*/ 1454658 w 3246596"/>
                  <a:gd name="connsiteY9" fmla="*/ 1081110 h 3246405"/>
                  <a:gd name="connsiteX10" fmla="*/ 1454848 w 3246596"/>
                  <a:gd name="connsiteY10" fmla="*/ 1081110 h 3246405"/>
                  <a:gd name="connsiteX11" fmla="*/ 1791748 w 3246596"/>
                  <a:gd name="connsiteY11" fmla="*/ 1081110 h 3246405"/>
                  <a:gd name="connsiteX12" fmla="*/ 2164366 w 3246596"/>
                  <a:gd name="connsiteY12" fmla="*/ 708397 h 3246405"/>
                  <a:gd name="connsiteX13" fmla="*/ 2164366 w 3246596"/>
                  <a:gd name="connsiteY13" fmla="*/ 371784 h 3246405"/>
                  <a:gd name="connsiteX14" fmla="*/ 2537079 w 3246596"/>
                  <a:gd name="connsiteY14" fmla="*/ -930 h 324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46596" h="3246405">
                    <a:moveTo>
                      <a:pt x="3246596" y="-930"/>
                    </a:moveTo>
                    <a:lnTo>
                      <a:pt x="3246596" y="3245476"/>
                    </a:lnTo>
                    <a:lnTo>
                      <a:pt x="0" y="3245476"/>
                    </a:lnTo>
                    <a:lnTo>
                      <a:pt x="0" y="2535959"/>
                    </a:lnTo>
                    <a:cubicBezTo>
                      <a:pt x="0" y="2330124"/>
                      <a:pt x="166868" y="2163245"/>
                      <a:pt x="372713" y="2163245"/>
                    </a:cubicBezTo>
                    <a:lnTo>
                      <a:pt x="709517" y="2163245"/>
                    </a:lnTo>
                    <a:cubicBezTo>
                      <a:pt x="915305" y="2163341"/>
                      <a:pt x="1082173" y="1996558"/>
                      <a:pt x="1082231" y="1790723"/>
                    </a:cubicBezTo>
                    <a:cubicBezTo>
                      <a:pt x="1082231" y="1790723"/>
                      <a:pt x="1082231" y="1790627"/>
                      <a:pt x="1082231" y="1790627"/>
                    </a:cubicBezTo>
                    <a:lnTo>
                      <a:pt x="1082231" y="1453728"/>
                    </a:lnTo>
                    <a:cubicBezTo>
                      <a:pt x="1082183" y="1247988"/>
                      <a:pt x="1248918" y="1081206"/>
                      <a:pt x="1454658" y="1081110"/>
                    </a:cubicBezTo>
                    <a:cubicBezTo>
                      <a:pt x="1454753" y="1081110"/>
                      <a:pt x="1454753" y="1081110"/>
                      <a:pt x="1454848" y="1081110"/>
                    </a:cubicBezTo>
                    <a:lnTo>
                      <a:pt x="1791748" y="1081110"/>
                    </a:lnTo>
                    <a:cubicBezTo>
                      <a:pt x="1997583" y="1081015"/>
                      <a:pt x="2164366" y="914232"/>
                      <a:pt x="2164366" y="708397"/>
                    </a:cubicBezTo>
                    <a:lnTo>
                      <a:pt x="2164366" y="371784"/>
                    </a:lnTo>
                    <a:cubicBezTo>
                      <a:pt x="2164366" y="165949"/>
                      <a:pt x="2331244" y="-930"/>
                      <a:pt x="2537079" y="-930"/>
                    </a:cubicBezTo>
                    <a:close/>
                  </a:path>
                </a:pathLst>
              </a:custGeom>
              <a:solidFill>
                <a:schemeClr val="accent2"/>
              </a:solidFill>
              <a:ln w="9525" cap="flat">
                <a:noFill/>
                <a:prstDash val="solid"/>
                <a:miter/>
              </a:ln>
            </p:spPr>
            <p:txBody>
              <a:bodyPr rtlCol="0" anchor="ctr"/>
              <a:lstStyle/>
              <a:p>
                <a:endParaRPr lang="zh-CN" altLang="en-US"/>
              </a:p>
            </p:txBody>
          </p:sp>
          <p:sp>
            <p:nvSpPr>
              <p:cNvPr id="10" name="任意多边形: 形状 9"/>
              <p:cNvSpPr/>
              <p:nvPr/>
            </p:nvSpPr>
            <p:spPr>
              <a:xfrm>
                <a:off x="10704535" y="1484953"/>
                <a:ext cx="1487464" cy="2974930"/>
              </a:xfrm>
              <a:custGeom>
                <a:avLst/>
                <a:gdLst>
                  <a:gd name="connsiteX0" fmla="*/ 0 w 1297399"/>
                  <a:gd name="connsiteY0" fmla="*/ 1297400 h 2594800"/>
                  <a:gd name="connsiteX1" fmla="*/ 1297400 w 1297399"/>
                  <a:gd name="connsiteY1" fmla="*/ 2594801 h 2594800"/>
                  <a:gd name="connsiteX2" fmla="*/ 1297400 w 1297399"/>
                  <a:gd name="connsiteY2" fmla="*/ 1297400 h 2594800"/>
                  <a:gd name="connsiteX3" fmla="*/ 1297400 w 1297399"/>
                  <a:gd name="connsiteY3" fmla="*/ 0 h 2594800"/>
                  <a:gd name="connsiteX4" fmla="*/ 0 w 1297399"/>
                  <a:gd name="connsiteY4" fmla="*/ 1297400 h 259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399" h="2594800">
                    <a:moveTo>
                      <a:pt x="0" y="1297400"/>
                    </a:moveTo>
                    <a:lnTo>
                      <a:pt x="1297400" y="2594801"/>
                    </a:lnTo>
                    <a:lnTo>
                      <a:pt x="1297400" y="1297400"/>
                    </a:lnTo>
                    <a:lnTo>
                      <a:pt x="1297400" y="0"/>
                    </a:lnTo>
                    <a:lnTo>
                      <a:pt x="0" y="1297400"/>
                    </a:lnTo>
                    <a:close/>
                  </a:path>
                </a:pathLst>
              </a:custGeom>
              <a:solidFill>
                <a:schemeClr val="accent3"/>
              </a:solidFill>
              <a:ln w="9525" cap="flat">
                <a:noFill/>
                <a:prstDash val="solid"/>
                <a:miter/>
              </a:ln>
            </p:spPr>
            <p:txBody>
              <a:bodyPr rtlCol="0" anchor="ctr"/>
              <a:lstStyle/>
              <a:p>
                <a:endParaRPr lang="zh-CN" altLang="en-US"/>
              </a:p>
            </p:txBody>
          </p:sp>
          <p:sp>
            <p:nvSpPr>
              <p:cNvPr id="11" name="任意多边形: 形状 10"/>
              <p:cNvSpPr/>
              <p:nvPr/>
            </p:nvSpPr>
            <p:spPr>
              <a:xfrm>
                <a:off x="11549007" y="2329426"/>
                <a:ext cx="642992" cy="1285984"/>
              </a:xfrm>
              <a:custGeom>
                <a:avLst/>
                <a:gdLst>
                  <a:gd name="connsiteX0" fmla="*/ 0 w 560832"/>
                  <a:gd name="connsiteY0" fmla="*/ 560832 h 1121664"/>
                  <a:gd name="connsiteX1" fmla="*/ 560832 w 560832"/>
                  <a:gd name="connsiteY1" fmla="*/ 1121664 h 1121664"/>
                  <a:gd name="connsiteX2" fmla="*/ 560832 w 560832"/>
                  <a:gd name="connsiteY2" fmla="*/ 560832 h 1121664"/>
                  <a:gd name="connsiteX3" fmla="*/ 560832 w 560832"/>
                  <a:gd name="connsiteY3" fmla="*/ 0 h 1121664"/>
                  <a:gd name="connsiteX4" fmla="*/ 0 w 560832"/>
                  <a:gd name="connsiteY4" fmla="*/ 560832 h 1121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832" h="1121664">
                    <a:moveTo>
                      <a:pt x="0" y="560832"/>
                    </a:moveTo>
                    <a:lnTo>
                      <a:pt x="560832" y="1121664"/>
                    </a:lnTo>
                    <a:lnTo>
                      <a:pt x="560832" y="560832"/>
                    </a:lnTo>
                    <a:lnTo>
                      <a:pt x="560832" y="0"/>
                    </a:lnTo>
                    <a:lnTo>
                      <a:pt x="0" y="560832"/>
                    </a:lnTo>
                    <a:close/>
                  </a:path>
                </a:pathLst>
              </a:custGeom>
              <a:solidFill>
                <a:srgbClr val="FFFFFF"/>
              </a:solidFill>
              <a:ln w="9525" cap="flat">
                <a:noFill/>
                <a:prstDash val="solid"/>
                <a:miter/>
              </a:ln>
            </p:spPr>
            <p:txBody>
              <a:bodyPr rtlCol="0" anchor="ctr"/>
              <a:lstStyle/>
              <a:p>
                <a:endParaRPr lang="zh-CN" altLang="en-US"/>
              </a:p>
            </p:txBody>
          </p:sp>
          <p:grpSp>
            <p:nvGrpSpPr>
              <p:cNvPr id="12" name="组合 11"/>
              <p:cNvGrpSpPr/>
              <p:nvPr/>
            </p:nvGrpSpPr>
            <p:grpSpPr>
              <a:xfrm>
                <a:off x="8100569" y="903985"/>
                <a:ext cx="1639149" cy="1639149"/>
                <a:chOff x="7617640" y="903985"/>
                <a:chExt cx="1639149" cy="1639149"/>
              </a:xfrm>
            </p:grpSpPr>
            <p:sp>
              <p:nvSpPr>
                <p:cNvPr id="31" name="任意多边形: 形状 30"/>
                <p:cNvSpPr/>
                <p:nvPr/>
              </p:nvSpPr>
              <p:spPr>
                <a:xfrm rot="18900000">
                  <a:off x="7617640" y="903985"/>
                  <a:ext cx="1639149" cy="1639149"/>
                </a:xfrm>
                <a:custGeom>
                  <a:avLst/>
                  <a:gdLst>
                    <a:gd name="connsiteX0" fmla="*/ 1429703 w 1429702"/>
                    <a:gd name="connsiteY0" fmla="*/ 713921 h 1429702"/>
                    <a:gd name="connsiteX1" fmla="*/ 714851 w 1429702"/>
                    <a:gd name="connsiteY1" fmla="*/ 1428773 h 1429702"/>
                    <a:gd name="connsiteX2" fmla="*/ 0 w 1429702"/>
                    <a:gd name="connsiteY2" fmla="*/ 713921 h 1429702"/>
                    <a:gd name="connsiteX3" fmla="*/ 714851 w 1429702"/>
                    <a:gd name="connsiteY3" fmla="*/ -930 h 1429702"/>
                    <a:gd name="connsiteX4" fmla="*/ 1429703 w 1429702"/>
                    <a:gd name="connsiteY4" fmla="*/ 713921 h 142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9702" h="1429702">
                      <a:moveTo>
                        <a:pt x="1429703" y="713921"/>
                      </a:moveTo>
                      <a:cubicBezTo>
                        <a:pt x="1429703" y="1108723"/>
                        <a:pt x="1109653" y="1428773"/>
                        <a:pt x="714851" y="1428773"/>
                      </a:cubicBezTo>
                      <a:cubicBezTo>
                        <a:pt x="320050" y="1428773"/>
                        <a:pt x="0" y="1108723"/>
                        <a:pt x="0" y="713921"/>
                      </a:cubicBezTo>
                      <a:cubicBezTo>
                        <a:pt x="0" y="319120"/>
                        <a:pt x="320050" y="-930"/>
                        <a:pt x="714851" y="-930"/>
                      </a:cubicBezTo>
                      <a:cubicBezTo>
                        <a:pt x="1109653" y="-930"/>
                        <a:pt x="1429703" y="319120"/>
                        <a:pt x="1429703" y="713921"/>
                      </a:cubicBezTo>
                      <a:close/>
                    </a:path>
                  </a:pathLst>
                </a:custGeom>
                <a:solidFill>
                  <a:schemeClr val="accent4"/>
                </a:solidFill>
                <a:ln w="9525" cap="flat">
                  <a:noFill/>
                  <a:prstDash val="solid"/>
                  <a:miter/>
                </a:ln>
              </p:spPr>
              <p:txBody>
                <a:bodyPr rtlCol="0" anchor="ctr"/>
                <a:lstStyle/>
                <a:p>
                  <a:endParaRPr lang="zh-CN" altLang="en-US"/>
                </a:p>
              </p:txBody>
            </p:sp>
            <p:sp>
              <p:nvSpPr>
                <p:cNvPr id="32" name="任意多边形: 形状 31"/>
                <p:cNvSpPr/>
                <p:nvPr/>
              </p:nvSpPr>
              <p:spPr>
                <a:xfrm rot="6955801">
                  <a:off x="7904526" y="1189340"/>
                  <a:ext cx="1066266" cy="1066266"/>
                </a:xfrm>
                <a:custGeom>
                  <a:avLst/>
                  <a:gdLst>
                    <a:gd name="connsiteX0" fmla="*/ 67415 w 1066266"/>
                    <a:gd name="connsiteY0" fmla="*/ 794278 h 1066266"/>
                    <a:gd name="connsiteX1" fmla="*/ 40531 w 1066266"/>
                    <a:gd name="connsiteY1" fmla="*/ 738986 h 1066266"/>
                    <a:gd name="connsiteX2" fmla="*/ 397821 w 1066266"/>
                    <a:gd name="connsiteY2" fmla="*/ 565264 h 1066266"/>
                    <a:gd name="connsiteX3" fmla="*/ 0 w 1066266"/>
                    <a:gd name="connsiteY3" fmla="*/ 565264 h 1066266"/>
                    <a:gd name="connsiteX4" fmla="*/ 0 w 1066266"/>
                    <a:gd name="connsiteY4" fmla="*/ 503783 h 1066266"/>
                    <a:gd name="connsiteX5" fmla="*/ 354199 w 1066266"/>
                    <a:gd name="connsiteY5" fmla="*/ 503783 h 1066266"/>
                    <a:gd name="connsiteX6" fmla="*/ 18342 w 1066266"/>
                    <a:gd name="connsiteY6" fmla="*/ 387679 h 1066266"/>
                    <a:gd name="connsiteX7" fmla="*/ 38430 w 1066266"/>
                    <a:gd name="connsiteY7" fmla="*/ 329571 h 1066266"/>
                    <a:gd name="connsiteX8" fmla="*/ 405880 w 1066266"/>
                    <a:gd name="connsiteY8" fmla="*/ 456596 h 1066266"/>
                    <a:gd name="connsiteX9" fmla="*/ 121431 w 1066266"/>
                    <a:gd name="connsiteY9" fmla="*/ 191807 h 1066266"/>
                    <a:gd name="connsiteX10" fmla="*/ 163323 w 1066266"/>
                    <a:gd name="connsiteY10" fmla="*/ 146806 h 1066266"/>
                    <a:gd name="connsiteX11" fmla="*/ 433421 w 1066266"/>
                    <a:gd name="connsiteY11" fmla="*/ 398236 h 1066266"/>
                    <a:gd name="connsiteX12" fmla="*/ 272125 w 1066266"/>
                    <a:gd name="connsiteY12" fmla="*/ 66504 h 1066266"/>
                    <a:gd name="connsiteX13" fmla="*/ 327418 w 1066266"/>
                    <a:gd name="connsiteY13" fmla="*/ 39620 h 1066266"/>
                    <a:gd name="connsiteX14" fmla="*/ 501705 w 1066266"/>
                    <a:gd name="connsiteY14" fmla="*/ 398071 h 1066266"/>
                    <a:gd name="connsiteX15" fmla="*/ 501705 w 1066266"/>
                    <a:gd name="connsiteY15" fmla="*/ 0 h 1066266"/>
                    <a:gd name="connsiteX16" fmla="*/ 563187 w 1066266"/>
                    <a:gd name="connsiteY16" fmla="*/ 0 h 1066266"/>
                    <a:gd name="connsiteX17" fmla="*/ 563187 w 1066266"/>
                    <a:gd name="connsiteY17" fmla="*/ 353015 h 1066266"/>
                    <a:gd name="connsiteX18" fmla="*/ 678799 w 1066266"/>
                    <a:gd name="connsiteY18" fmla="*/ 18581 h 1066266"/>
                    <a:gd name="connsiteX19" fmla="*/ 736907 w 1066266"/>
                    <a:gd name="connsiteY19" fmla="*/ 38668 h 1066266"/>
                    <a:gd name="connsiteX20" fmla="*/ 609787 w 1066266"/>
                    <a:gd name="connsiteY20" fmla="*/ 406393 h 1066266"/>
                    <a:gd name="connsiteX21" fmla="*/ 874964 w 1066266"/>
                    <a:gd name="connsiteY21" fmla="*/ 121527 h 1066266"/>
                    <a:gd name="connsiteX22" fmla="*/ 919966 w 1066266"/>
                    <a:gd name="connsiteY22" fmla="*/ 163419 h 1066266"/>
                    <a:gd name="connsiteX23" fmla="*/ 668332 w 1066266"/>
                    <a:gd name="connsiteY23" fmla="*/ 433736 h 1066266"/>
                    <a:gd name="connsiteX24" fmla="*/ 999455 w 1066266"/>
                    <a:gd name="connsiteY24" fmla="*/ 272736 h 1066266"/>
                    <a:gd name="connsiteX25" fmla="*/ 1026339 w 1066266"/>
                    <a:gd name="connsiteY25" fmla="*/ 328029 h 1066266"/>
                    <a:gd name="connsiteX26" fmla="*/ 664870 w 1066266"/>
                    <a:gd name="connsiteY26" fmla="*/ 503783 h 1066266"/>
                    <a:gd name="connsiteX27" fmla="*/ 1066266 w 1066266"/>
                    <a:gd name="connsiteY27" fmla="*/ 503783 h 1066266"/>
                    <a:gd name="connsiteX28" fmla="*/ 1066266 w 1066266"/>
                    <a:gd name="connsiteY28" fmla="*/ 565264 h 1066266"/>
                    <a:gd name="connsiteX29" fmla="*/ 720226 w 1066266"/>
                    <a:gd name="connsiteY29" fmla="*/ 565264 h 1066266"/>
                    <a:gd name="connsiteX30" fmla="*/ 1046179 w 1066266"/>
                    <a:gd name="connsiteY30" fmla="*/ 677944 h 1066266"/>
                    <a:gd name="connsiteX31" fmla="*/ 1026092 w 1066266"/>
                    <a:gd name="connsiteY31" fmla="*/ 736052 h 1066266"/>
                    <a:gd name="connsiteX32" fmla="*/ 660583 w 1066266"/>
                    <a:gd name="connsiteY32" fmla="*/ 609698 h 1066266"/>
                    <a:gd name="connsiteX33" fmla="*/ 943774 w 1066266"/>
                    <a:gd name="connsiteY33" fmla="*/ 873317 h 1066266"/>
                    <a:gd name="connsiteX34" fmla="*/ 901883 w 1066266"/>
                    <a:gd name="connsiteY34" fmla="*/ 918318 h 1066266"/>
                    <a:gd name="connsiteX35" fmla="*/ 632926 w 1066266"/>
                    <a:gd name="connsiteY35" fmla="*/ 667950 h 1066266"/>
                    <a:gd name="connsiteX36" fmla="*/ 793668 w 1066266"/>
                    <a:gd name="connsiteY36" fmla="*/ 998544 h 1066266"/>
                    <a:gd name="connsiteX37" fmla="*/ 738375 w 1066266"/>
                    <a:gd name="connsiteY37" fmla="*/ 1025428 h 1066266"/>
                    <a:gd name="connsiteX38" fmla="*/ 563187 w 1066266"/>
                    <a:gd name="connsiteY38" fmla="*/ 665124 h 1066266"/>
                    <a:gd name="connsiteX39" fmla="*/ 563187 w 1066266"/>
                    <a:gd name="connsiteY39" fmla="*/ 1066266 h 1066266"/>
                    <a:gd name="connsiteX40" fmla="*/ 501705 w 1066266"/>
                    <a:gd name="connsiteY40" fmla="*/ 1066266 h 1066266"/>
                    <a:gd name="connsiteX41" fmla="*/ 501705 w 1066266"/>
                    <a:gd name="connsiteY41" fmla="*/ 719044 h 1066266"/>
                    <a:gd name="connsiteX42" fmla="*/ 388534 w 1066266"/>
                    <a:gd name="connsiteY42" fmla="*/ 1046418 h 1066266"/>
                    <a:gd name="connsiteX43" fmla="*/ 330426 w 1066266"/>
                    <a:gd name="connsiteY43" fmla="*/ 1026330 h 1066266"/>
                    <a:gd name="connsiteX44" fmla="*/ 456685 w 1066266"/>
                    <a:gd name="connsiteY44" fmla="*/ 661096 h 1066266"/>
                    <a:gd name="connsiteX45" fmla="*/ 193455 w 1066266"/>
                    <a:gd name="connsiteY45" fmla="*/ 943870 h 1066266"/>
                    <a:gd name="connsiteX46" fmla="*/ 148453 w 1066266"/>
                    <a:gd name="connsiteY46" fmla="*/ 901979 h 1066266"/>
                    <a:gd name="connsiteX47" fmla="*/ 398617 w 1066266"/>
                    <a:gd name="connsiteY47" fmla="*/ 633241 h 106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66266" h="1066266">
                      <a:moveTo>
                        <a:pt x="67415" y="794278"/>
                      </a:moveTo>
                      <a:lnTo>
                        <a:pt x="40531" y="738986"/>
                      </a:lnTo>
                      <a:lnTo>
                        <a:pt x="397821" y="565264"/>
                      </a:lnTo>
                      <a:lnTo>
                        <a:pt x="0" y="565264"/>
                      </a:lnTo>
                      <a:lnTo>
                        <a:pt x="0" y="503783"/>
                      </a:lnTo>
                      <a:lnTo>
                        <a:pt x="354199" y="503783"/>
                      </a:lnTo>
                      <a:lnTo>
                        <a:pt x="18342" y="387679"/>
                      </a:lnTo>
                      <a:lnTo>
                        <a:pt x="38430" y="329571"/>
                      </a:lnTo>
                      <a:lnTo>
                        <a:pt x="405880" y="456596"/>
                      </a:lnTo>
                      <a:lnTo>
                        <a:pt x="121431" y="191807"/>
                      </a:lnTo>
                      <a:lnTo>
                        <a:pt x="163323" y="146806"/>
                      </a:lnTo>
                      <a:lnTo>
                        <a:pt x="433421" y="398236"/>
                      </a:lnTo>
                      <a:lnTo>
                        <a:pt x="272125" y="66504"/>
                      </a:lnTo>
                      <a:lnTo>
                        <a:pt x="327418" y="39620"/>
                      </a:lnTo>
                      <a:lnTo>
                        <a:pt x="501705" y="398071"/>
                      </a:lnTo>
                      <a:lnTo>
                        <a:pt x="501705" y="0"/>
                      </a:lnTo>
                      <a:lnTo>
                        <a:pt x="563187" y="0"/>
                      </a:lnTo>
                      <a:lnTo>
                        <a:pt x="563187" y="353015"/>
                      </a:lnTo>
                      <a:lnTo>
                        <a:pt x="678799" y="18581"/>
                      </a:lnTo>
                      <a:lnTo>
                        <a:pt x="736907" y="38668"/>
                      </a:lnTo>
                      <a:lnTo>
                        <a:pt x="609787" y="406393"/>
                      </a:lnTo>
                      <a:lnTo>
                        <a:pt x="874964" y="121527"/>
                      </a:lnTo>
                      <a:lnTo>
                        <a:pt x="919966" y="163419"/>
                      </a:lnTo>
                      <a:lnTo>
                        <a:pt x="668332" y="433736"/>
                      </a:lnTo>
                      <a:lnTo>
                        <a:pt x="999455" y="272736"/>
                      </a:lnTo>
                      <a:lnTo>
                        <a:pt x="1026339" y="328029"/>
                      </a:lnTo>
                      <a:lnTo>
                        <a:pt x="664870" y="503783"/>
                      </a:lnTo>
                      <a:lnTo>
                        <a:pt x="1066266" y="503783"/>
                      </a:lnTo>
                      <a:lnTo>
                        <a:pt x="1066266" y="565264"/>
                      </a:lnTo>
                      <a:lnTo>
                        <a:pt x="720226" y="565264"/>
                      </a:lnTo>
                      <a:lnTo>
                        <a:pt x="1046179" y="677944"/>
                      </a:lnTo>
                      <a:lnTo>
                        <a:pt x="1026092" y="736052"/>
                      </a:lnTo>
                      <a:lnTo>
                        <a:pt x="660583" y="609698"/>
                      </a:lnTo>
                      <a:lnTo>
                        <a:pt x="943774" y="873317"/>
                      </a:lnTo>
                      <a:lnTo>
                        <a:pt x="901883" y="918318"/>
                      </a:lnTo>
                      <a:lnTo>
                        <a:pt x="632926" y="667950"/>
                      </a:lnTo>
                      <a:lnTo>
                        <a:pt x="793668" y="998544"/>
                      </a:lnTo>
                      <a:lnTo>
                        <a:pt x="738375" y="1025428"/>
                      </a:lnTo>
                      <a:lnTo>
                        <a:pt x="563187" y="665124"/>
                      </a:lnTo>
                      <a:lnTo>
                        <a:pt x="563187" y="1066266"/>
                      </a:lnTo>
                      <a:lnTo>
                        <a:pt x="501705" y="1066266"/>
                      </a:lnTo>
                      <a:lnTo>
                        <a:pt x="501705" y="719044"/>
                      </a:lnTo>
                      <a:lnTo>
                        <a:pt x="388534" y="1046418"/>
                      </a:lnTo>
                      <a:lnTo>
                        <a:pt x="330426" y="1026330"/>
                      </a:lnTo>
                      <a:lnTo>
                        <a:pt x="456685" y="661096"/>
                      </a:lnTo>
                      <a:lnTo>
                        <a:pt x="193455" y="943870"/>
                      </a:lnTo>
                      <a:lnTo>
                        <a:pt x="148453" y="901979"/>
                      </a:lnTo>
                      <a:lnTo>
                        <a:pt x="398617" y="633241"/>
                      </a:lnTo>
                      <a:close/>
                    </a:path>
                  </a:pathLst>
                </a:custGeom>
                <a:solidFill>
                  <a:srgbClr val="FFFFFF"/>
                </a:solidFill>
                <a:ln w="9525" cap="flat">
                  <a:noFill/>
                  <a:prstDash val="solid"/>
                  <a:miter/>
                </a:ln>
              </p:spPr>
              <p:txBody>
                <a:bodyPr rtlCol="0" anchor="ctr"/>
                <a:lstStyle/>
                <a:p>
                  <a:endParaRPr lang="zh-CN" altLang="en-US"/>
                </a:p>
              </p:txBody>
            </p:sp>
          </p:grpSp>
          <p:grpSp>
            <p:nvGrpSpPr>
              <p:cNvPr id="13" name="组合 12"/>
              <p:cNvGrpSpPr/>
              <p:nvPr/>
            </p:nvGrpSpPr>
            <p:grpSpPr>
              <a:xfrm>
                <a:off x="4948619" y="0"/>
                <a:ext cx="2556351" cy="1278124"/>
                <a:chOff x="4948619" y="0"/>
                <a:chExt cx="2705742" cy="1352816"/>
              </a:xfrm>
            </p:grpSpPr>
            <p:sp>
              <p:nvSpPr>
                <p:cNvPr id="29" name="任意多边形: 形状 28"/>
                <p:cNvSpPr/>
                <p:nvPr/>
              </p:nvSpPr>
              <p:spPr>
                <a:xfrm>
                  <a:off x="4948619" y="0"/>
                  <a:ext cx="2705742" cy="1352816"/>
                </a:xfrm>
                <a:custGeom>
                  <a:avLst/>
                  <a:gdLst>
                    <a:gd name="connsiteX0" fmla="*/ 1180052 w 2360008"/>
                    <a:gd name="connsiteY0" fmla="*/ 1179957 h 1179956"/>
                    <a:gd name="connsiteX1" fmla="*/ 2360009 w 2360008"/>
                    <a:gd name="connsiteY1" fmla="*/ 0 h 1179956"/>
                    <a:gd name="connsiteX2" fmla="*/ 1180052 w 2360008"/>
                    <a:gd name="connsiteY2" fmla="*/ 0 h 1179956"/>
                    <a:gd name="connsiteX3" fmla="*/ 0 w 2360008"/>
                    <a:gd name="connsiteY3" fmla="*/ 0 h 1179956"/>
                    <a:gd name="connsiteX4" fmla="*/ 1180052 w 2360008"/>
                    <a:gd name="connsiteY4" fmla="*/ 1179957 h 1179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008" h="1179956">
                      <a:moveTo>
                        <a:pt x="1180052" y="1179957"/>
                      </a:moveTo>
                      <a:lnTo>
                        <a:pt x="2360009" y="0"/>
                      </a:lnTo>
                      <a:lnTo>
                        <a:pt x="1180052" y="0"/>
                      </a:lnTo>
                      <a:lnTo>
                        <a:pt x="0" y="0"/>
                      </a:lnTo>
                      <a:lnTo>
                        <a:pt x="1180052" y="1179957"/>
                      </a:lnTo>
                      <a:close/>
                    </a:path>
                  </a:pathLst>
                </a:custGeom>
                <a:solidFill>
                  <a:schemeClr val="accent2"/>
                </a:solidFill>
                <a:ln w="9525" cap="flat">
                  <a:noFill/>
                  <a:prstDash val="solid"/>
                  <a:miter/>
                </a:ln>
              </p:spPr>
              <p:txBody>
                <a:bodyPr rtlCol="0" anchor="ctr"/>
                <a:lstStyle/>
                <a:p>
                  <a:endParaRPr lang="zh-CN" altLang="en-US"/>
                </a:p>
              </p:txBody>
            </p:sp>
            <p:sp>
              <p:nvSpPr>
                <p:cNvPr id="30" name="任意多边形: 形状 29"/>
                <p:cNvSpPr/>
                <p:nvPr/>
              </p:nvSpPr>
              <p:spPr>
                <a:xfrm>
                  <a:off x="5716759" y="0"/>
                  <a:ext cx="1169463" cy="584786"/>
                </a:xfrm>
                <a:custGeom>
                  <a:avLst/>
                  <a:gdLst>
                    <a:gd name="connsiteX0" fmla="*/ 510064 w 1020032"/>
                    <a:gd name="connsiteY0" fmla="*/ 510064 h 510063"/>
                    <a:gd name="connsiteX1" fmla="*/ 1020033 w 1020032"/>
                    <a:gd name="connsiteY1" fmla="*/ 0 h 510063"/>
                    <a:gd name="connsiteX2" fmla="*/ 510064 w 1020032"/>
                    <a:gd name="connsiteY2" fmla="*/ 0 h 510063"/>
                    <a:gd name="connsiteX3" fmla="*/ 0 w 1020032"/>
                    <a:gd name="connsiteY3" fmla="*/ 0 h 510063"/>
                    <a:gd name="connsiteX4" fmla="*/ 510064 w 1020032"/>
                    <a:gd name="connsiteY4" fmla="*/ 510064 h 510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0032" h="510063">
                      <a:moveTo>
                        <a:pt x="510064" y="510064"/>
                      </a:moveTo>
                      <a:lnTo>
                        <a:pt x="1020033" y="0"/>
                      </a:lnTo>
                      <a:lnTo>
                        <a:pt x="510064" y="0"/>
                      </a:lnTo>
                      <a:lnTo>
                        <a:pt x="0" y="0"/>
                      </a:lnTo>
                      <a:lnTo>
                        <a:pt x="510064" y="510064"/>
                      </a:lnTo>
                      <a:close/>
                    </a:path>
                  </a:pathLst>
                </a:custGeom>
                <a:solidFill>
                  <a:schemeClr val="accent3"/>
                </a:solidFill>
                <a:ln w="9525" cap="flat">
                  <a:noFill/>
                  <a:prstDash val="solid"/>
                  <a:miter/>
                </a:ln>
              </p:spPr>
              <p:txBody>
                <a:bodyPr rtlCol="0" anchor="ctr"/>
                <a:lstStyle/>
                <a:p>
                  <a:endParaRPr lang="zh-CN" altLang="en-US"/>
                </a:p>
              </p:txBody>
            </p:sp>
          </p:grpSp>
          <p:grpSp>
            <p:nvGrpSpPr>
              <p:cNvPr id="14" name="组合 13"/>
              <p:cNvGrpSpPr/>
              <p:nvPr/>
            </p:nvGrpSpPr>
            <p:grpSpPr>
              <a:xfrm>
                <a:off x="6263959" y="4420983"/>
                <a:ext cx="2063610" cy="2063610"/>
                <a:chOff x="5327534" y="4029959"/>
                <a:chExt cx="2326915" cy="2326915"/>
              </a:xfrm>
            </p:grpSpPr>
            <p:sp>
              <p:nvSpPr>
                <p:cNvPr id="23" name="任意多边形: 形状 22"/>
                <p:cNvSpPr/>
                <p:nvPr/>
              </p:nvSpPr>
              <p:spPr>
                <a:xfrm>
                  <a:off x="5626229" y="4328839"/>
                  <a:ext cx="1729352" cy="1729352"/>
                </a:xfrm>
                <a:custGeom>
                  <a:avLst/>
                  <a:gdLst>
                    <a:gd name="connsiteX0" fmla="*/ 1508379 w 1508379"/>
                    <a:gd name="connsiteY0" fmla="*/ 754189 h 1508379"/>
                    <a:gd name="connsiteX1" fmla="*/ 754190 w 1508379"/>
                    <a:gd name="connsiteY1" fmla="*/ 1508379 h 1508379"/>
                    <a:gd name="connsiteX2" fmla="*/ 0 w 1508379"/>
                    <a:gd name="connsiteY2" fmla="*/ 754190 h 1508379"/>
                    <a:gd name="connsiteX3" fmla="*/ 754190 w 1508379"/>
                    <a:gd name="connsiteY3" fmla="*/ 0 h 1508379"/>
                    <a:gd name="connsiteX4" fmla="*/ 1508379 w 1508379"/>
                    <a:gd name="connsiteY4" fmla="*/ 754189 h 150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79" h="1508379">
                      <a:moveTo>
                        <a:pt x="1508379" y="754189"/>
                      </a:moveTo>
                      <a:cubicBezTo>
                        <a:pt x="1508379" y="1170717"/>
                        <a:pt x="1170717" y="1508379"/>
                        <a:pt x="754190" y="1508379"/>
                      </a:cubicBezTo>
                      <a:cubicBezTo>
                        <a:pt x="337662" y="1508379"/>
                        <a:pt x="0" y="1170717"/>
                        <a:pt x="0" y="754190"/>
                      </a:cubicBezTo>
                      <a:cubicBezTo>
                        <a:pt x="0" y="337662"/>
                        <a:pt x="337662" y="0"/>
                        <a:pt x="754190" y="0"/>
                      </a:cubicBezTo>
                      <a:cubicBezTo>
                        <a:pt x="1170717" y="0"/>
                        <a:pt x="1508379" y="337662"/>
                        <a:pt x="1508379" y="754189"/>
                      </a:cubicBezTo>
                      <a:close/>
                    </a:path>
                  </a:pathLst>
                </a:custGeom>
                <a:noFill/>
                <a:ln w="19050" cap="flat">
                  <a:solidFill>
                    <a:schemeClr val="accent3"/>
                  </a:solidFill>
                  <a:prstDash val="solid"/>
                  <a:miter/>
                </a:ln>
              </p:spPr>
              <p:txBody>
                <a:bodyPr rtlCol="0" anchor="ctr"/>
                <a:lstStyle/>
                <a:p>
                  <a:pPr lvl="0"/>
                  <a:endParaRPr lang="zh-CN" altLang="en-US"/>
                </a:p>
              </p:txBody>
            </p:sp>
            <p:sp>
              <p:nvSpPr>
                <p:cNvPr id="24" name="任意多边形: 形状 23"/>
                <p:cNvSpPr/>
                <p:nvPr/>
              </p:nvSpPr>
              <p:spPr>
                <a:xfrm rot="20357999">
                  <a:off x="5327534" y="4029959"/>
                  <a:ext cx="2326915" cy="2326915"/>
                </a:xfrm>
                <a:custGeom>
                  <a:avLst/>
                  <a:gdLst>
                    <a:gd name="connsiteX0" fmla="*/ 2029587 w 2029587"/>
                    <a:gd name="connsiteY0" fmla="*/ 1013863 h 2029587"/>
                    <a:gd name="connsiteX1" fmla="*/ 1014794 w 2029587"/>
                    <a:gd name="connsiteY1" fmla="*/ 2028657 h 2029587"/>
                    <a:gd name="connsiteX2" fmla="*/ 0 w 2029587"/>
                    <a:gd name="connsiteY2" fmla="*/ 1013863 h 2029587"/>
                    <a:gd name="connsiteX3" fmla="*/ 1014794 w 2029587"/>
                    <a:gd name="connsiteY3" fmla="*/ -930 h 2029587"/>
                    <a:gd name="connsiteX4" fmla="*/ 2029587 w 2029587"/>
                    <a:gd name="connsiteY4" fmla="*/ 1013863 h 2029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9587" h="2029587">
                      <a:moveTo>
                        <a:pt x="2029587" y="1013863"/>
                      </a:moveTo>
                      <a:cubicBezTo>
                        <a:pt x="2029587" y="1574319"/>
                        <a:pt x="1575248" y="2028657"/>
                        <a:pt x="1014794" y="2028657"/>
                      </a:cubicBezTo>
                      <a:cubicBezTo>
                        <a:pt x="454339" y="2028657"/>
                        <a:pt x="0" y="1574319"/>
                        <a:pt x="0" y="1013863"/>
                      </a:cubicBezTo>
                      <a:cubicBezTo>
                        <a:pt x="0" y="453408"/>
                        <a:pt x="454339" y="-930"/>
                        <a:pt x="1014794" y="-930"/>
                      </a:cubicBezTo>
                      <a:cubicBezTo>
                        <a:pt x="1575248" y="-930"/>
                        <a:pt x="2029587" y="453408"/>
                        <a:pt x="2029587" y="1013863"/>
                      </a:cubicBezTo>
                      <a:close/>
                    </a:path>
                  </a:pathLst>
                </a:custGeom>
                <a:noFill/>
                <a:ln w="19050" cap="flat">
                  <a:solidFill>
                    <a:schemeClr val="accent3"/>
                  </a:solidFill>
                  <a:prstDash val="solid"/>
                  <a:miter/>
                </a:ln>
              </p:spPr>
              <p:txBody>
                <a:bodyPr rtlCol="0" anchor="ctr"/>
                <a:lstStyle/>
                <a:p>
                  <a:pPr lvl="0"/>
                  <a:endParaRPr lang="zh-CN" altLang="en-US"/>
                </a:p>
              </p:txBody>
            </p:sp>
            <p:sp>
              <p:nvSpPr>
                <p:cNvPr id="25" name="任意多边形: 形状 24"/>
                <p:cNvSpPr/>
                <p:nvPr/>
              </p:nvSpPr>
              <p:spPr>
                <a:xfrm>
                  <a:off x="5476838" y="4179448"/>
                  <a:ext cx="2028132" cy="2028133"/>
                </a:xfrm>
                <a:custGeom>
                  <a:avLst/>
                  <a:gdLst>
                    <a:gd name="connsiteX0" fmla="*/ 884491 w 1768982"/>
                    <a:gd name="connsiteY0" fmla="*/ 1768054 h 1768983"/>
                    <a:gd name="connsiteX1" fmla="*/ 0 w 1768982"/>
                    <a:gd name="connsiteY1" fmla="*/ 883562 h 1768983"/>
                    <a:gd name="connsiteX2" fmla="*/ 884491 w 1768982"/>
                    <a:gd name="connsiteY2" fmla="*/ -930 h 1768983"/>
                    <a:gd name="connsiteX3" fmla="*/ 1768983 w 1768982"/>
                    <a:gd name="connsiteY3" fmla="*/ 883562 h 1768983"/>
                    <a:gd name="connsiteX4" fmla="*/ 884491 w 1768982"/>
                    <a:gd name="connsiteY4" fmla="*/ 1768054 h 1768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82" h="1768983">
                      <a:moveTo>
                        <a:pt x="884491" y="1768054"/>
                      </a:moveTo>
                      <a:cubicBezTo>
                        <a:pt x="396002" y="1768054"/>
                        <a:pt x="0" y="1372099"/>
                        <a:pt x="0" y="883562"/>
                      </a:cubicBezTo>
                      <a:cubicBezTo>
                        <a:pt x="0" y="395025"/>
                        <a:pt x="396002" y="-930"/>
                        <a:pt x="884491" y="-930"/>
                      </a:cubicBezTo>
                      <a:cubicBezTo>
                        <a:pt x="1372981" y="-930"/>
                        <a:pt x="1768983" y="395025"/>
                        <a:pt x="1768983" y="883562"/>
                      </a:cubicBezTo>
                      <a:cubicBezTo>
                        <a:pt x="1768250" y="1371718"/>
                        <a:pt x="1372676" y="1767292"/>
                        <a:pt x="884491" y="1768054"/>
                      </a:cubicBezTo>
                      <a:close/>
                    </a:path>
                  </a:pathLst>
                </a:custGeom>
                <a:noFill/>
                <a:ln w="19050" cap="flat">
                  <a:solidFill>
                    <a:schemeClr val="accent3"/>
                  </a:solidFill>
                  <a:prstDash val="solid"/>
                  <a:miter/>
                </a:ln>
              </p:spPr>
              <p:txBody>
                <a:bodyPr rtlCol="0" anchor="ctr"/>
                <a:lstStyle/>
                <a:p>
                  <a:pPr lvl="0"/>
                  <a:endParaRPr lang="zh-CN" altLang="en-US"/>
                </a:p>
              </p:txBody>
            </p:sp>
            <p:sp>
              <p:nvSpPr>
                <p:cNvPr id="26" name="任意多边形: 形状 25"/>
                <p:cNvSpPr/>
                <p:nvPr/>
              </p:nvSpPr>
              <p:spPr>
                <a:xfrm>
                  <a:off x="5626229" y="4328839"/>
                  <a:ext cx="1729352" cy="1729352"/>
                </a:xfrm>
                <a:custGeom>
                  <a:avLst/>
                  <a:gdLst>
                    <a:gd name="connsiteX0" fmla="*/ 1508379 w 1508379"/>
                    <a:gd name="connsiteY0" fmla="*/ 754189 h 1508379"/>
                    <a:gd name="connsiteX1" fmla="*/ 754190 w 1508379"/>
                    <a:gd name="connsiteY1" fmla="*/ 1508379 h 1508379"/>
                    <a:gd name="connsiteX2" fmla="*/ 0 w 1508379"/>
                    <a:gd name="connsiteY2" fmla="*/ 754190 h 1508379"/>
                    <a:gd name="connsiteX3" fmla="*/ 754190 w 1508379"/>
                    <a:gd name="connsiteY3" fmla="*/ 0 h 1508379"/>
                    <a:gd name="connsiteX4" fmla="*/ 1508379 w 1508379"/>
                    <a:gd name="connsiteY4" fmla="*/ 754189 h 150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79" h="1508379">
                      <a:moveTo>
                        <a:pt x="1508379" y="754189"/>
                      </a:moveTo>
                      <a:cubicBezTo>
                        <a:pt x="1508379" y="1170717"/>
                        <a:pt x="1170717" y="1508379"/>
                        <a:pt x="754190" y="1508379"/>
                      </a:cubicBezTo>
                      <a:cubicBezTo>
                        <a:pt x="337662" y="1508379"/>
                        <a:pt x="0" y="1170717"/>
                        <a:pt x="0" y="754190"/>
                      </a:cubicBezTo>
                      <a:cubicBezTo>
                        <a:pt x="0" y="337662"/>
                        <a:pt x="337662" y="0"/>
                        <a:pt x="754190" y="0"/>
                      </a:cubicBezTo>
                      <a:cubicBezTo>
                        <a:pt x="1170717" y="0"/>
                        <a:pt x="1508379" y="337662"/>
                        <a:pt x="1508379" y="754189"/>
                      </a:cubicBezTo>
                      <a:close/>
                    </a:path>
                  </a:pathLst>
                </a:custGeom>
                <a:noFill/>
                <a:ln w="19050" cap="flat">
                  <a:solidFill>
                    <a:schemeClr val="accent3"/>
                  </a:solidFill>
                  <a:prstDash val="solid"/>
                  <a:miter/>
                </a:ln>
              </p:spPr>
              <p:txBody>
                <a:bodyPr rtlCol="0" anchor="ctr"/>
                <a:lstStyle/>
                <a:p>
                  <a:pPr lvl="0"/>
                  <a:endParaRPr lang="zh-CN" altLang="en-US"/>
                </a:p>
              </p:txBody>
            </p:sp>
            <p:sp>
              <p:nvSpPr>
                <p:cNvPr id="27" name="任意多边形: 形状 26"/>
                <p:cNvSpPr/>
                <p:nvPr/>
              </p:nvSpPr>
              <p:spPr>
                <a:xfrm rot="18900000">
                  <a:off x="5786680" y="4489266"/>
                  <a:ext cx="1408510" cy="1408510"/>
                </a:xfrm>
                <a:custGeom>
                  <a:avLst/>
                  <a:gdLst>
                    <a:gd name="connsiteX0" fmla="*/ 1228535 w 1228534"/>
                    <a:gd name="connsiteY0" fmla="*/ 613337 h 1228534"/>
                    <a:gd name="connsiteX1" fmla="*/ 614267 w 1228534"/>
                    <a:gd name="connsiteY1" fmla="*/ 1227605 h 1228534"/>
                    <a:gd name="connsiteX2" fmla="*/ 0 w 1228534"/>
                    <a:gd name="connsiteY2" fmla="*/ 613337 h 1228534"/>
                    <a:gd name="connsiteX3" fmla="*/ 614267 w 1228534"/>
                    <a:gd name="connsiteY3" fmla="*/ -930 h 1228534"/>
                    <a:gd name="connsiteX4" fmla="*/ 1228535 w 1228534"/>
                    <a:gd name="connsiteY4" fmla="*/ 613337 h 1228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534" h="1228534">
                      <a:moveTo>
                        <a:pt x="1228535" y="613337"/>
                      </a:moveTo>
                      <a:cubicBezTo>
                        <a:pt x="1228535" y="952588"/>
                        <a:pt x="953518" y="1227605"/>
                        <a:pt x="614267" y="1227605"/>
                      </a:cubicBezTo>
                      <a:cubicBezTo>
                        <a:pt x="275017" y="1227605"/>
                        <a:pt x="0" y="952588"/>
                        <a:pt x="0" y="613337"/>
                      </a:cubicBezTo>
                      <a:cubicBezTo>
                        <a:pt x="0" y="274087"/>
                        <a:pt x="275017" y="-930"/>
                        <a:pt x="614267" y="-930"/>
                      </a:cubicBezTo>
                      <a:cubicBezTo>
                        <a:pt x="953518" y="-930"/>
                        <a:pt x="1228535" y="274087"/>
                        <a:pt x="1228535" y="613337"/>
                      </a:cubicBezTo>
                      <a:close/>
                    </a:path>
                  </a:pathLst>
                </a:custGeom>
                <a:noFill/>
                <a:ln w="19050" cap="flat">
                  <a:solidFill>
                    <a:schemeClr val="accent3"/>
                  </a:solidFill>
                  <a:prstDash val="solid"/>
                  <a:miter/>
                </a:ln>
              </p:spPr>
              <p:txBody>
                <a:bodyPr rtlCol="0" anchor="ctr"/>
                <a:lstStyle/>
                <a:p>
                  <a:pPr lvl="0"/>
                  <a:endParaRPr lang="zh-CN" altLang="en-US"/>
                </a:p>
              </p:txBody>
            </p:sp>
            <p:sp>
              <p:nvSpPr>
                <p:cNvPr id="28" name="任意多边形: 形状 27"/>
                <p:cNvSpPr/>
                <p:nvPr/>
              </p:nvSpPr>
              <p:spPr>
                <a:xfrm>
                  <a:off x="5933528" y="4636138"/>
                  <a:ext cx="1114751" cy="1114753"/>
                </a:xfrm>
                <a:custGeom>
                  <a:avLst/>
                  <a:gdLst>
                    <a:gd name="connsiteX0" fmla="*/ 972312 w 972311"/>
                    <a:gd name="connsiteY0" fmla="*/ 486156 h 972312"/>
                    <a:gd name="connsiteX1" fmla="*/ 486156 w 972311"/>
                    <a:gd name="connsiteY1" fmla="*/ 972312 h 972312"/>
                    <a:gd name="connsiteX2" fmla="*/ 0 w 972311"/>
                    <a:gd name="connsiteY2" fmla="*/ 486156 h 972312"/>
                    <a:gd name="connsiteX3" fmla="*/ 486156 w 972311"/>
                    <a:gd name="connsiteY3" fmla="*/ 0 h 972312"/>
                    <a:gd name="connsiteX4" fmla="*/ 972312 w 972311"/>
                    <a:gd name="connsiteY4" fmla="*/ 486156 h 972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11" h="972312">
                      <a:moveTo>
                        <a:pt x="972312" y="486156"/>
                      </a:moveTo>
                      <a:cubicBezTo>
                        <a:pt x="972312" y="754652"/>
                        <a:pt x="754652" y="972312"/>
                        <a:pt x="486156" y="972312"/>
                      </a:cubicBezTo>
                      <a:cubicBezTo>
                        <a:pt x="217660" y="972312"/>
                        <a:pt x="0" y="754653"/>
                        <a:pt x="0" y="486156"/>
                      </a:cubicBezTo>
                      <a:cubicBezTo>
                        <a:pt x="0" y="217659"/>
                        <a:pt x="217660" y="0"/>
                        <a:pt x="486156" y="0"/>
                      </a:cubicBezTo>
                      <a:cubicBezTo>
                        <a:pt x="754652" y="0"/>
                        <a:pt x="972312" y="217659"/>
                        <a:pt x="972312" y="486156"/>
                      </a:cubicBezTo>
                      <a:close/>
                    </a:path>
                  </a:pathLst>
                </a:custGeom>
                <a:noFill/>
                <a:ln w="19050" cap="flat">
                  <a:solidFill>
                    <a:schemeClr val="accent3"/>
                  </a:solidFill>
                  <a:prstDash val="solid"/>
                  <a:miter/>
                </a:ln>
              </p:spPr>
              <p:txBody>
                <a:bodyPr rtlCol="0" anchor="ctr"/>
                <a:lstStyle/>
                <a:p>
                  <a:pPr lvl="0"/>
                  <a:endParaRPr lang="zh-CN" altLang="en-US"/>
                </a:p>
              </p:txBody>
            </p:sp>
          </p:grpSp>
          <p:sp>
            <p:nvSpPr>
              <p:cNvPr id="15" name="任意多边形: 形状 14"/>
              <p:cNvSpPr/>
              <p:nvPr/>
            </p:nvSpPr>
            <p:spPr>
              <a:xfrm>
                <a:off x="11046233" y="4660382"/>
                <a:ext cx="61481" cy="1066265"/>
              </a:xfrm>
              <a:custGeom>
                <a:avLst/>
                <a:gdLst>
                  <a:gd name="connsiteX0" fmla="*/ 0 w 53625"/>
                  <a:gd name="connsiteY0" fmla="*/ 0 h 930020"/>
                  <a:gd name="connsiteX1" fmla="*/ 53625 w 53625"/>
                  <a:gd name="connsiteY1" fmla="*/ 0 h 930020"/>
                  <a:gd name="connsiteX2" fmla="*/ 53625 w 53625"/>
                  <a:gd name="connsiteY2" fmla="*/ 930021 h 930020"/>
                  <a:gd name="connsiteX3" fmla="*/ 0 w 53625"/>
                  <a:gd name="connsiteY3" fmla="*/ 930021 h 930020"/>
                </a:gdLst>
                <a:ahLst/>
                <a:cxnLst>
                  <a:cxn ang="0">
                    <a:pos x="connsiteX0" y="connsiteY0"/>
                  </a:cxn>
                  <a:cxn ang="0">
                    <a:pos x="connsiteX1" y="connsiteY1"/>
                  </a:cxn>
                  <a:cxn ang="0">
                    <a:pos x="connsiteX2" y="connsiteY2"/>
                  </a:cxn>
                  <a:cxn ang="0">
                    <a:pos x="connsiteX3" y="connsiteY3"/>
                  </a:cxn>
                </a:cxnLst>
                <a:rect l="l" t="t" r="r" b="b"/>
                <a:pathLst>
                  <a:path w="53625" h="930020">
                    <a:moveTo>
                      <a:pt x="0" y="0"/>
                    </a:moveTo>
                    <a:lnTo>
                      <a:pt x="53625" y="0"/>
                    </a:lnTo>
                    <a:lnTo>
                      <a:pt x="53625" y="930021"/>
                    </a:lnTo>
                    <a:lnTo>
                      <a:pt x="0" y="930021"/>
                    </a:lnTo>
                    <a:close/>
                  </a:path>
                </a:pathLst>
              </a:custGeom>
              <a:solidFill>
                <a:srgbClr val="FFFFFF"/>
              </a:solidFill>
              <a:ln w="9525" cap="flat">
                <a:noFill/>
                <a:prstDash val="solid"/>
                <a:miter/>
              </a:ln>
            </p:spPr>
            <p:txBody>
              <a:bodyPr rtlCol="0" anchor="ctr"/>
              <a:lstStyle/>
              <a:p>
                <a:endParaRPr lang="zh-CN" altLang="en-US"/>
              </a:p>
            </p:txBody>
          </p:sp>
          <p:sp>
            <p:nvSpPr>
              <p:cNvPr id="16" name="任意多边形: 形状 15"/>
              <p:cNvSpPr/>
              <p:nvPr/>
            </p:nvSpPr>
            <p:spPr>
              <a:xfrm rot="5400000">
                <a:off x="11046178" y="4660327"/>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sp>
            <p:nvSpPr>
              <p:cNvPr id="17" name="任意多边形: 形状 16"/>
              <p:cNvSpPr/>
              <p:nvPr/>
            </p:nvSpPr>
            <p:spPr>
              <a:xfrm rot="2700000">
                <a:off x="11046424" y="4660446"/>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sp>
            <p:nvSpPr>
              <p:cNvPr id="18" name="任意多边形: 形状 17"/>
              <p:cNvSpPr/>
              <p:nvPr/>
            </p:nvSpPr>
            <p:spPr>
              <a:xfrm rot="8100000">
                <a:off x="11046222" y="4660300"/>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sp>
            <p:nvSpPr>
              <p:cNvPr id="19" name="任意多边形: 形状 18"/>
              <p:cNvSpPr/>
              <p:nvPr/>
            </p:nvSpPr>
            <p:spPr>
              <a:xfrm rot="4132802">
                <a:off x="11046678" y="4660618"/>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sp>
            <p:nvSpPr>
              <p:cNvPr id="20" name="任意多边形: 形状 19"/>
              <p:cNvSpPr/>
              <p:nvPr/>
            </p:nvSpPr>
            <p:spPr>
              <a:xfrm rot="9532802">
                <a:off x="11046160" y="4660445"/>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sp>
            <p:nvSpPr>
              <p:cNvPr id="21" name="任意多边形: 形状 20"/>
              <p:cNvSpPr/>
              <p:nvPr/>
            </p:nvSpPr>
            <p:spPr>
              <a:xfrm rot="1555201">
                <a:off x="11047782" y="4660069"/>
                <a:ext cx="61481" cy="1066265"/>
              </a:xfrm>
              <a:custGeom>
                <a:avLst/>
                <a:gdLst>
                  <a:gd name="connsiteX0" fmla="*/ 0 w 53625"/>
                  <a:gd name="connsiteY0" fmla="*/ -930 h 930020"/>
                  <a:gd name="connsiteX1" fmla="*/ 53626 w 53625"/>
                  <a:gd name="connsiteY1" fmla="*/ -930 h 930020"/>
                  <a:gd name="connsiteX2" fmla="*/ 53626 w 53625"/>
                  <a:gd name="connsiteY2" fmla="*/ 929091 h 930020"/>
                  <a:gd name="connsiteX3" fmla="*/ 0 w 53625"/>
                  <a:gd name="connsiteY3" fmla="*/ 929091 h 930020"/>
                </a:gdLst>
                <a:ahLst/>
                <a:cxnLst>
                  <a:cxn ang="0">
                    <a:pos x="connsiteX0" y="connsiteY0"/>
                  </a:cxn>
                  <a:cxn ang="0">
                    <a:pos x="connsiteX1" y="connsiteY1"/>
                  </a:cxn>
                  <a:cxn ang="0">
                    <a:pos x="connsiteX2" y="connsiteY2"/>
                  </a:cxn>
                  <a:cxn ang="0">
                    <a:pos x="connsiteX3" y="connsiteY3"/>
                  </a:cxn>
                </a:cxnLst>
                <a:rect l="l" t="t" r="r" b="b"/>
                <a:pathLst>
                  <a:path w="53625" h="930020">
                    <a:moveTo>
                      <a:pt x="0" y="-930"/>
                    </a:moveTo>
                    <a:lnTo>
                      <a:pt x="53626" y="-930"/>
                    </a:lnTo>
                    <a:lnTo>
                      <a:pt x="53626" y="929091"/>
                    </a:lnTo>
                    <a:lnTo>
                      <a:pt x="0" y="929091"/>
                    </a:lnTo>
                    <a:close/>
                  </a:path>
                </a:pathLst>
              </a:custGeom>
              <a:solidFill>
                <a:srgbClr val="FFFFFF"/>
              </a:solidFill>
              <a:ln w="9525" cap="flat">
                <a:noFill/>
                <a:prstDash val="solid"/>
                <a:miter/>
              </a:ln>
            </p:spPr>
            <p:txBody>
              <a:bodyPr rtlCol="0" anchor="ctr"/>
              <a:lstStyle/>
              <a:p>
                <a:endParaRPr lang="zh-CN" altLang="en-US"/>
              </a:p>
            </p:txBody>
          </p:sp>
          <p:sp>
            <p:nvSpPr>
              <p:cNvPr id="22" name="任意多边形: 形状 21"/>
              <p:cNvSpPr/>
              <p:nvPr/>
            </p:nvSpPr>
            <p:spPr>
              <a:xfrm rot="6955801">
                <a:off x="11045884" y="4658884"/>
                <a:ext cx="61481" cy="1066266"/>
              </a:xfrm>
              <a:custGeom>
                <a:avLst/>
                <a:gdLst>
                  <a:gd name="connsiteX0" fmla="*/ 0 w 53625"/>
                  <a:gd name="connsiteY0" fmla="*/ -930 h 930021"/>
                  <a:gd name="connsiteX1" fmla="*/ 53625 w 53625"/>
                  <a:gd name="connsiteY1" fmla="*/ -930 h 930021"/>
                  <a:gd name="connsiteX2" fmla="*/ 53625 w 53625"/>
                  <a:gd name="connsiteY2" fmla="*/ 929092 h 930021"/>
                  <a:gd name="connsiteX3" fmla="*/ 0 w 53625"/>
                  <a:gd name="connsiteY3" fmla="*/ 929092 h 930021"/>
                </a:gdLst>
                <a:ahLst/>
                <a:cxnLst>
                  <a:cxn ang="0">
                    <a:pos x="connsiteX0" y="connsiteY0"/>
                  </a:cxn>
                  <a:cxn ang="0">
                    <a:pos x="connsiteX1" y="connsiteY1"/>
                  </a:cxn>
                  <a:cxn ang="0">
                    <a:pos x="connsiteX2" y="connsiteY2"/>
                  </a:cxn>
                  <a:cxn ang="0">
                    <a:pos x="connsiteX3" y="connsiteY3"/>
                  </a:cxn>
                </a:cxnLst>
                <a:rect l="l" t="t" r="r" b="b"/>
                <a:pathLst>
                  <a:path w="53625" h="930021">
                    <a:moveTo>
                      <a:pt x="0" y="-930"/>
                    </a:moveTo>
                    <a:lnTo>
                      <a:pt x="53625" y="-930"/>
                    </a:lnTo>
                    <a:lnTo>
                      <a:pt x="53625" y="929092"/>
                    </a:lnTo>
                    <a:lnTo>
                      <a:pt x="0" y="929092"/>
                    </a:lnTo>
                    <a:close/>
                  </a:path>
                </a:pathLst>
              </a:custGeom>
              <a:solidFill>
                <a:srgbClr val="FFFFFF"/>
              </a:solidFill>
              <a:ln w="9525" cap="flat">
                <a:noFill/>
                <a:prstDash val="solid"/>
                <a:miter/>
              </a:ln>
            </p:spPr>
            <p:txBody>
              <a:bodyPr rtlCol="0" anchor="ctr"/>
              <a:lstStyle/>
              <a:p>
                <a:endParaRPr lang="zh-CN" altLang="en-US"/>
              </a:p>
            </p:txBody>
          </p:sp>
        </p:grpSp>
      </p:grpSp>
      <p:sp>
        <p:nvSpPr>
          <p:cNvPr id="2" name="标题 1"/>
          <p:cNvSpPr>
            <a:spLocks noGrp="1"/>
          </p:cNvSpPr>
          <p:nvPr>
            <p:ph type="title" hasCustomPrompt="1"/>
          </p:nvPr>
        </p:nvSpPr>
        <p:spPr>
          <a:xfrm>
            <a:off x="1035051" y="1334977"/>
            <a:ext cx="6515100" cy="2449986"/>
          </a:xfrm>
        </p:spPr>
        <p:txBody>
          <a:bodyPr wrap="square" anchor="b" anchorCtr="0">
            <a:normAutofit/>
          </a:bodyPr>
          <a:lstStyle>
            <a:lvl1pPr algn="l">
              <a:tabLst>
                <a:tab pos="4746625" algn="l"/>
              </a:tabLst>
              <a:defRPr sz="5400">
                <a:solidFill>
                  <a:schemeClr val="tx1"/>
                </a:solidFill>
              </a:defRPr>
            </a:lvl1pPr>
          </a:lstStyle>
          <a:p>
            <a:pPr lvl="0"/>
            <a:r>
              <a:rPr lang="en-US"/>
              <a:t>Click to add title</a:t>
            </a:r>
          </a:p>
        </p:txBody>
      </p:sp>
      <p:sp>
        <p:nvSpPr>
          <p:cNvPr id="4" name="文本占位符 3"/>
          <p:cNvSpPr>
            <a:spLocks noGrp="1"/>
          </p:cNvSpPr>
          <p:nvPr>
            <p:ph type="body" sz="quarter" idx="13" hasCustomPrompt="1"/>
          </p:nvPr>
        </p:nvSpPr>
        <p:spPr>
          <a:xfrm>
            <a:off x="1035051" y="4297757"/>
            <a:ext cx="6515100" cy="403083"/>
          </a:xfrm>
        </p:spPr>
        <p:txBody>
          <a:bodyPr anchor="ctr">
            <a:normAutofit/>
          </a:bodyPr>
          <a:lstStyle>
            <a:lvl1pPr marL="0" indent="0" algn="l">
              <a:buNone/>
              <a:defRPr sz="1200">
                <a:solidFill>
                  <a:schemeClr val="tx1"/>
                </a:solidFill>
              </a:defRPr>
            </a:lvl1pPr>
          </a:lstStyle>
          <a:p>
            <a:pPr lvl="0"/>
            <a:r>
              <a:rPr lang="en-US"/>
              <a:t>Presenter name</a:t>
            </a:r>
          </a:p>
        </p:txBody>
      </p:sp>
      <p:sp>
        <p:nvSpPr>
          <p:cNvPr id="5" name="文本占位符 4"/>
          <p:cNvSpPr>
            <a:spLocks noGrp="1"/>
          </p:cNvSpPr>
          <p:nvPr>
            <p:ph type="body" sz="quarter" idx="14" hasCustomPrompt="1"/>
          </p:nvPr>
        </p:nvSpPr>
        <p:spPr>
          <a:xfrm>
            <a:off x="1035051" y="4700840"/>
            <a:ext cx="6515100" cy="403083"/>
          </a:xfrm>
        </p:spPr>
        <p:txBody>
          <a:bodyPr anchor="ctr">
            <a:normAutofit/>
          </a:bodyPr>
          <a:lstStyle>
            <a:lvl1pPr marL="0" indent="0" algn="l">
              <a:buNone/>
              <a:defRPr sz="1200">
                <a:solidFill>
                  <a:schemeClr val="tx1"/>
                </a:solidFill>
              </a:defRPr>
            </a:lvl1pPr>
          </a:lstStyle>
          <a:p>
            <a:pPr lvl="0"/>
            <a:r>
              <a:rPr lang="en-US"/>
              <a:t>www.officeplus.cn</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5" name="组合 24"/>
          <p:cNvGrpSpPr/>
          <p:nvPr/>
        </p:nvGrpSpPr>
        <p:grpSpPr>
          <a:xfrm>
            <a:off x="-1" y="0"/>
            <a:ext cx="12192000" cy="6858000"/>
            <a:chOff x="-1" y="0"/>
            <a:chExt cx="12192000" cy="6858000"/>
          </a:xfrm>
        </p:grpSpPr>
        <p:sp>
          <p:nvSpPr>
            <p:cNvPr id="24" name="任意多边形: 形状 23"/>
            <p:cNvSpPr/>
            <p:nvPr/>
          </p:nvSpPr>
          <p:spPr>
            <a:xfrm flipH="1">
              <a:off x="-1" y="0"/>
              <a:ext cx="1851949" cy="1851949"/>
            </a:xfrm>
            <a:custGeom>
              <a:avLst/>
              <a:gdLst>
                <a:gd name="connsiteX0" fmla="*/ 0 w 4703191"/>
                <a:gd name="connsiteY0" fmla="*/ -1575 h 4703191"/>
                <a:gd name="connsiteX1" fmla="*/ 4703191 w 4703191"/>
                <a:gd name="connsiteY1" fmla="*/ -1575 h 4703191"/>
                <a:gd name="connsiteX2" fmla="*/ 4703191 w 4703191"/>
                <a:gd name="connsiteY2" fmla="*/ 4701617 h 4703191"/>
                <a:gd name="connsiteX3" fmla="*/ 4271391 w 4703191"/>
                <a:gd name="connsiteY3" fmla="*/ 3565473 h 4703191"/>
                <a:gd name="connsiteX4" fmla="*/ 3135249 w 4703191"/>
                <a:gd name="connsiteY4" fmla="*/ 3133673 h 4703191"/>
                <a:gd name="connsiteX5" fmla="*/ 2703449 w 4703191"/>
                <a:gd name="connsiteY5" fmla="*/ 1997532 h 4703191"/>
                <a:gd name="connsiteX6" fmla="*/ 1566799 w 4703191"/>
                <a:gd name="connsiteY6" fmla="*/ 1565732 h 4703191"/>
                <a:gd name="connsiteX7" fmla="*/ 1134999 w 4703191"/>
                <a:gd name="connsiteY7" fmla="*/ 429082 h 4703191"/>
                <a:gd name="connsiteX8" fmla="*/ 0 w 4703191"/>
                <a:gd name="connsiteY8" fmla="*/ -1575 h 470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03191" h="4703191">
                  <a:moveTo>
                    <a:pt x="0" y="-1575"/>
                  </a:moveTo>
                  <a:lnTo>
                    <a:pt x="4703191" y="-1575"/>
                  </a:lnTo>
                  <a:lnTo>
                    <a:pt x="4703191" y="4701617"/>
                  </a:lnTo>
                  <a:cubicBezTo>
                    <a:pt x="4311270" y="4309822"/>
                    <a:pt x="4663631" y="3957397"/>
                    <a:pt x="4271391" y="3565473"/>
                  </a:cubicBezTo>
                  <a:cubicBezTo>
                    <a:pt x="3879152" y="3173552"/>
                    <a:pt x="3527045" y="3525913"/>
                    <a:pt x="3135249" y="3133673"/>
                  </a:cubicBezTo>
                  <a:cubicBezTo>
                    <a:pt x="2743454" y="2741435"/>
                    <a:pt x="3095562" y="2389454"/>
                    <a:pt x="2703449" y="1997532"/>
                  </a:cubicBezTo>
                  <a:cubicBezTo>
                    <a:pt x="2311337" y="1605610"/>
                    <a:pt x="1959102" y="1957971"/>
                    <a:pt x="1566799" y="1565732"/>
                  </a:cubicBezTo>
                  <a:cubicBezTo>
                    <a:pt x="1174497" y="1173492"/>
                    <a:pt x="1527302" y="821385"/>
                    <a:pt x="1134999" y="429082"/>
                  </a:cubicBezTo>
                  <a:cubicBezTo>
                    <a:pt x="742697" y="36779"/>
                    <a:pt x="391923" y="390474"/>
                    <a:pt x="0" y="-1575"/>
                  </a:cubicBezTo>
                  <a:close/>
                </a:path>
              </a:pathLst>
            </a:custGeom>
            <a:solidFill>
              <a:schemeClr val="accent1">
                <a:lumMod val="20000"/>
                <a:lumOff val="80000"/>
              </a:schemeClr>
            </a:solidFill>
            <a:ln w="6350" cap="flat">
              <a:noFill/>
              <a:prstDash val="solid"/>
              <a:miter/>
            </a:ln>
          </p:spPr>
          <p:txBody>
            <a:bodyPr rtlCol="0" anchor="ctr"/>
            <a:lstStyle/>
            <a:p>
              <a:endParaRPr lang="zh-CN" altLang="en-US"/>
            </a:p>
          </p:txBody>
        </p:sp>
        <p:grpSp>
          <p:nvGrpSpPr>
            <p:cNvPr id="11" name="组合 10"/>
            <p:cNvGrpSpPr/>
            <p:nvPr/>
          </p:nvGrpSpPr>
          <p:grpSpPr>
            <a:xfrm rot="5400000">
              <a:off x="11212258" y="150560"/>
              <a:ext cx="647685" cy="1311796"/>
              <a:chOff x="1080198" y="1"/>
              <a:chExt cx="1412639" cy="2861105"/>
            </a:xfrm>
          </p:grpSpPr>
          <p:sp>
            <p:nvSpPr>
              <p:cNvPr id="7" name="任意多边形: 形状 6"/>
              <p:cNvSpPr/>
              <p:nvPr/>
            </p:nvSpPr>
            <p:spPr>
              <a:xfrm>
                <a:off x="1080198" y="1"/>
                <a:ext cx="1412557" cy="2154809"/>
              </a:xfrm>
              <a:custGeom>
                <a:avLst/>
                <a:gdLst>
                  <a:gd name="connsiteX0" fmla="*/ 0 w 1412557"/>
                  <a:gd name="connsiteY0" fmla="*/ 0 h 2154809"/>
                  <a:gd name="connsiteX1" fmla="*/ 1412558 w 1412557"/>
                  <a:gd name="connsiteY1" fmla="*/ 0 h 2154809"/>
                  <a:gd name="connsiteX2" fmla="*/ 1412558 w 1412557"/>
                  <a:gd name="connsiteY2" fmla="*/ 2154809 h 2154809"/>
                  <a:gd name="connsiteX3" fmla="*/ 0 w 1412557"/>
                  <a:gd name="connsiteY3" fmla="*/ 2154809 h 2154809"/>
                </a:gdLst>
                <a:ahLst/>
                <a:cxnLst>
                  <a:cxn ang="0">
                    <a:pos x="connsiteX0" y="connsiteY0"/>
                  </a:cxn>
                  <a:cxn ang="0">
                    <a:pos x="connsiteX1" y="connsiteY1"/>
                  </a:cxn>
                  <a:cxn ang="0">
                    <a:pos x="connsiteX2" y="connsiteY2"/>
                  </a:cxn>
                  <a:cxn ang="0">
                    <a:pos x="connsiteX3" y="connsiteY3"/>
                  </a:cxn>
                </a:cxnLst>
                <a:rect l="l" t="t" r="r" b="b"/>
                <a:pathLst>
                  <a:path w="1412557" h="2154809">
                    <a:moveTo>
                      <a:pt x="0" y="0"/>
                    </a:moveTo>
                    <a:lnTo>
                      <a:pt x="1412558" y="0"/>
                    </a:lnTo>
                    <a:lnTo>
                      <a:pt x="1412558" y="2154809"/>
                    </a:lnTo>
                    <a:lnTo>
                      <a:pt x="0" y="2154809"/>
                    </a:lnTo>
                    <a:close/>
                  </a:path>
                </a:pathLst>
              </a:custGeom>
              <a:solidFill>
                <a:schemeClr val="accent1"/>
              </a:solidFill>
              <a:ln w="6350" cap="flat">
                <a:noFill/>
                <a:prstDash val="solid"/>
                <a:miter/>
              </a:ln>
            </p:spPr>
            <p:txBody>
              <a:bodyPr rtlCol="0" anchor="ctr"/>
              <a:lstStyle/>
              <a:p>
                <a:endParaRPr lang="zh-CN" altLang="en-US"/>
              </a:p>
            </p:txBody>
          </p:sp>
          <p:sp>
            <p:nvSpPr>
              <p:cNvPr id="8" name="任意多边形: 形状 7"/>
              <p:cNvSpPr/>
              <p:nvPr/>
            </p:nvSpPr>
            <p:spPr>
              <a:xfrm rot="18900000">
                <a:off x="1080216" y="1448485"/>
                <a:ext cx="1412621" cy="1412621"/>
              </a:xfrm>
              <a:custGeom>
                <a:avLst/>
                <a:gdLst>
                  <a:gd name="connsiteX0" fmla="*/ 1412622 w 1412621"/>
                  <a:gd name="connsiteY0" fmla="*/ 704736 h 1412621"/>
                  <a:gd name="connsiteX1" fmla="*/ 706311 w 1412621"/>
                  <a:gd name="connsiteY1" fmla="*/ 1411046 h 1412621"/>
                  <a:gd name="connsiteX2" fmla="*/ 0 w 1412621"/>
                  <a:gd name="connsiteY2" fmla="*/ 704736 h 1412621"/>
                  <a:gd name="connsiteX3" fmla="*/ 706311 w 1412621"/>
                  <a:gd name="connsiteY3" fmla="*/ -1575 h 1412621"/>
                  <a:gd name="connsiteX4" fmla="*/ 1412622 w 1412621"/>
                  <a:gd name="connsiteY4" fmla="*/ 704736 h 1412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2621" h="1412621">
                    <a:moveTo>
                      <a:pt x="1412622" y="704736"/>
                    </a:moveTo>
                    <a:cubicBezTo>
                      <a:pt x="1412622" y="1094821"/>
                      <a:pt x="1096395" y="1411046"/>
                      <a:pt x="706311" y="1411046"/>
                    </a:cubicBezTo>
                    <a:cubicBezTo>
                      <a:pt x="316226" y="1411046"/>
                      <a:pt x="0" y="1094821"/>
                      <a:pt x="0" y="704736"/>
                    </a:cubicBezTo>
                    <a:cubicBezTo>
                      <a:pt x="0" y="314651"/>
                      <a:pt x="316226" y="-1575"/>
                      <a:pt x="706311" y="-1575"/>
                    </a:cubicBezTo>
                    <a:cubicBezTo>
                      <a:pt x="1096395" y="-1575"/>
                      <a:pt x="1412622" y="314651"/>
                      <a:pt x="1412622" y="704736"/>
                    </a:cubicBezTo>
                    <a:close/>
                  </a:path>
                </a:pathLst>
              </a:custGeom>
              <a:solidFill>
                <a:schemeClr val="accent1">
                  <a:lumMod val="75000"/>
                </a:schemeClr>
              </a:solidFill>
              <a:ln w="6350" cap="flat">
                <a:noFill/>
                <a:prstDash val="solid"/>
                <a:miter/>
              </a:ln>
            </p:spPr>
            <p:txBody>
              <a:bodyPr rtlCol="0" anchor="ctr"/>
              <a:lstStyle/>
              <a:p>
                <a:endParaRPr lang="zh-CN" altLang="en-US"/>
              </a:p>
            </p:txBody>
          </p:sp>
          <p:sp>
            <p:nvSpPr>
              <p:cNvPr id="9" name="任意多边形: 形状 8"/>
              <p:cNvSpPr/>
              <p:nvPr/>
            </p:nvSpPr>
            <p:spPr>
              <a:xfrm>
                <a:off x="1443163" y="1811465"/>
                <a:ext cx="686688" cy="686689"/>
              </a:xfrm>
              <a:custGeom>
                <a:avLst/>
                <a:gdLst>
                  <a:gd name="connsiteX0" fmla="*/ 376110 w 686688"/>
                  <a:gd name="connsiteY0" fmla="*/ 686689 h 686689"/>
                  <a:gd name="connsiteX1" fmla="*/ 376110 w 686688"/>
                  <a:gd name="connsiteY1" fmla="*/ 422529 h 686689"/>
                  <a:gd name="connsiteX2" fmla="*/ 562991 w 686688"/>
                  <a:gd name="connsiteY2" fmla="*/ 609346 h 686689"/>
                  <a:gd name="connsiteX3" fmla="*/ 609346 w 686688"/>
                  <a:gd name="connsiteY3" fmla="*/ 562928 h 686689"/>
                  <a:gd name="connsiteX4" fmla="*/ 422529 w 686688"/>
                  <a:gd name="connsiteY4" fmla="*/ 376111 h 686689"/>
                  <a:gd name="connsiteX5" fmla="*/ 686689 w 686688"/>
                  <a:gd name="connsiteY5" fmla="*/ 376111 h 686689"/>
                  <a:gd name="connsiteX6" fmla="*/ 686689 w 686688"/>
                  <a:gd name="connsiteY6" fmla="*/ 310579 h 686689"/>
                  <a:gd name="connsiteX7" fmla="*/ 422529 w 686688"/>
                  <a:gd name="connsiteY7" fmla="*/ 310579 h 686689"/>
                  <a:gd name="connsiteX8" fmla="*/ 609346 w 686688"/>
                  <a:gd name="connsiteY8" fmla="*/ 123698 h 686689"/>
                  <a:gd name="connsiteX9" fmla="*/ 562991 w 686688"/>
                  <a:gd name="connsiteY9" fmla="*/ 77343 h 686689"/>
                  <a:gd name="connsiteX10" fmla="*/ 376110 w 686688"/>
                  <a:gd name="connsiteY10" fmla="*/ 264160 h 686689"/>
                  <a:gd name="connsiteX11" fmla="*/ 376110 w 686688"/>
                  <a:gd name="connsiteY11" fmla="*/ 0 h 686689"/>
                  <a:gd name="connsiteX12" fmla="*/ 310578 w 686688"/>
                  <a:gd name="connsiteY12" fmla="*/ 0 h 686689"/>
                  <a:gd name="connsiteX13" fmla="*/ 310578 w 686688"/>
                  <a:gd name="connsiteY13" fmla="*/ 264160 h 686689"/>
                  <a:gd name="connsiteX14" fmla="*/ 123698 w 686688"/>
                  <a:gd name="connsiteY14" fmla="*/ 77343 h 686689"/>
                  <a:gd name="connsiteX15" fmla="*/ 77343 w 686688"/>
                  <a:gd name="connsiteY15" fmla="*/ 123698 h 686689"/>
                  <a:gd name="connsiteX16" fmla="*/ 264160 w 686688"/>
                  <a:gd name="connsiteY16" fmla="*/ 310579 h 686689"/>
                  <a:gd name="connsiteX17" fmla="*/ 0 w 686688"/>
                  <a:gd name="connsiteY17" fmla="*/ 310579 h 686689"/>
                  <a:gd name="connsiteX18" fmla="*/ 0 w 686688"/>
                  <a:gd name="connsiteY18" fmla="*/ 376111 h 686689"/>
                  <a:gd name="connsiteX19" fmla="*/ 264160 w 686688"/>
                  <a:gd name="connsiteY19" fmla="*/ 376111 h 686689"/>
                  <a:gd name="connsiteX20" fmla="*/ 77343 w 686688"/>
                  <a:gd name="connsiteY20" fmla="*/ 562928 h 686689"/>
                  <a:gd name="connsiteX21" fmla="*/ 123698 w 686688"/>
                  <a:gd name="connsiteY21" fmla="*/ 609346 h 686689"/>
                  <a:gd name="connsiteX22" fmla="*/ 310578 w 686688"/>
                  <a:gd name="connsiteY22" fmla="*/ 422529 h 686689"/>
                  <a:gd name="connsiteX23" fmla="*/ 310578 w 686688"/>
                  <a:gd name="connsiteY23" fmla="*/ 686689 h 686689"/>
                  <a:gd name="connsiteX24" fmla="*/ 376110 w 686688"/>
                  <a:gd name="connsiteY24" fmla="*/ 686689 h 6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6688" h="686689">
                    <a:moveTo>
                      <a:pt x="376110" y="686689"/>
                    </a:moveTo>
                    <a:lnTo>
                      <a:pt x="376110" y="422529"/>
                    </a:lnTo>
                    <a:lnTo>
                      <a:pt x="562991" y="609346"/>
                    </a:lnTo>
                    <a:lnTo>
                      <a:pt x="609346" y="562928"/>
                    </a:lnTo>
                    <a:lnTo>
                      <a:pt x="422529" y="376111"/>
                    </a:lnTo>
                    <a:lnTo>
                      <a:pt x="686689" y="376111"/>
                    </a:lnTo>
                    <a:lnTo>
                      <a:pt x="686689" y="310579"/>
                    </a:lnTo>
                    <a:lnTo>
                      <a:pt x="422529" y="310579"/>
                    </a:lnTo>
                    <a:lnTo>
                      <a:pt x="609346" y="123698"/>
                    </a:lnTo>
                    <a:lnTo>
                      <a:pt x="562991" y="77343"/>
                    </a:lnTo>
                    <a:lnTo>
                      <a:pt x="376110" y="264160"/>
                    </a:lnTo>
                    <a:lnTo>
                      <a:pt x="376110" y="0"/>
                    </a:lnTo>
                    <a:lnTo>
                      <a:pt x="310578" y="0"/>
                    </a:lnTo>
                    <a:lnTo>
                      <a:pt x="310578" y="264160"/>
                    </a:lnTo>
                    <a:lnTo>
                      <a:pt x="123698" y="77343"/>
                    </a:lnTo>
                    <a:lnTo>
                      <a:pt x="77343" y="123698"/>
                    </a:lnTo>
                    <a:lnTo>
                      <a:pt x="264160" y="310579"/>
                    </a:lnTo>
                    <a:lnTo>
                      <a:pt x="0" y="310579"/>
                    </a:lnTo>
                    <a:lnTo>
                      <a:pt x="0" y="376111"/>
                    </a:lnTo>
                    <a:lnTo>
                      <a:pt x="264160" y="376111"/>
                    </a:lnTo>
                    <a:lnTo>
                      <a:pt x="77343" y="562928"/>
                    </a:lnTo>
                    <a:lnTo>
                      <a:pt x="123698" y="609346"/>
                    </a:lnTo>
                    <a:lnTo>
                      <a:pt x="310578" y="422529"/>
                    </a:lnTo>
                    <a:lnTo>
                      <a:pt x="310578" y="686689"/>
                    </a:lnTo>
                    <a:lnTo>
                      <a:pt x="376110" y="686689"/>
                    </a:lnTo>
                    <a:close/>
                  </a:path>
                </a:pathLst>
              </a:custGeom>
              <a:solidFill>
                <a:srgbClr val="FFFFFF"/>
              </a:solidFill>
              <a:ln w="6350" cap="flat">
                <a:noFill/>
                <a:prstDash val="solid"/>
                <a:miter/>
              </a:ln>
            </p:spPr>
            <p:txBody>
              <a:bodyPr rtlCol="0" anchor="ctr"/>
              <a:lstStyle/>
              <a:p>
                <a:endParaRPr lang="zh-CN" altLang="en-US"/>
              </a:p>
            </p:txBody>
          </p:sp>
          <p:sp>
            <p:nvSpPr>
              <p:cNvPr id="10" name="任意多边形: 形状 9"/>
              <p:cNvSpPr/>
              <p:nvPr/>
            </p:nvSpPr>
            <p:spPr>
              <a:xfrm rot="17211000">
                <a:off x="1577180" y="623268"/>
                <a:ext cx="418338" cy="418338"/>
              </a:xfrm>
              <a:custGeom>
                <a:avLst/>
                <a:gdLst>
                  <a:gd name="connsiteX0" fmla="*/ 418338 w 418338"/>
                  <a:gd name="connsiteY0" fmla="*/ 207594 h 418338"/>
                  <a:gd name="connsiteX1" fmla="*/ 209169 w 418338"/>
                  <a:gd name="connsiteY1" fmla="*/ 416763 h 418338"/>
                  <a:gd name="connsiteX2" fmla="*/ 0 w 418338"/>
                  <a:gd name="connsiteY2" fmla="*/ 207594 h 418338"/>
                  <a:gd name="connsiteX3" fmla="*/ 209169 w 418338"/>
                  <a:gd name="connsiteY3" fmla="*/ -1575 h 418338"/>
                  <a:gd name="connsiteX4" fmla="*/ 418338 w 418338"/>
                  <a:gd name="connsiteY4" fmla="*/ 207594 h 418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338" h="418338">
                    <a:moveTo>
                      <a:pt x="418338" y="207594"/>
                    </a:moveTo>
                    <a:cubicBezTo>
                      <a:pt x="418338" y="323115"/>
                      <a:pt x="324690" y="416763"/>
                      <a:pt x="209169" y="416763"/>
                    </a:cubicBezTo>
                    <a:cubicBezTo>
                      <a:pt x="93648" y="416763"/>
                      <a:pt x="0" y="323115"/>
                      <a:pt x="0" y="207594"/>
                    </a:cubicBezTo>
                    <a:cubicBezTo>
                      <a:pt x="0" y="92073"/>
                      <a:pt x="93648" y="-1575"/>
                      <a:pt x="209169" y="-1575"/>
                    </a:cubicBezTo>
                    <a:cubicBezTo>
                      <a:pt x="324690" y="-1575"/>
                      <a:pt x="418338" y="92073"/>
                      <a:pt x="418338" y="207594"/>
                    </a:cubicBezTo>
                    <a:close/>
                  </a:path>
                </a:pathLst>
              </a:custGeom>
              <a:solidFill>
                <a:schemeClr val="accent3"/>
              </a:solidFill>
              <a:ln w="6350" cap="flat">
                <a:noFill/>
                <a:prstDash val="solid"/>
                <a:miter/>
              </a:ln>
            </p:spPr>
            <p:txBody>
              <a:bodyPr rtlCol="0" anchor="ctr"/>
              <a:lstStyle/>
              <a:p>
                <a:endParaRPr lang="zh-CN" altLang="en-US"/>
              </a:p>
            </p:txBody>
          </p:sp>
        </p:grpSp>
        <p:grpSp>
          <p:nvGrpSpPr>
            <p:cNvPr id="23" name="组合 22"/>
            <p:cNvGrpSpPr/>
            <p:nvPr/>
          </p:nvGrpSpPr>
          <p:grpSpPr>
            <a:xfrm>
              <a:off x="10232020" y="5130731"/>
              <a:ext cx="1959978" cy="1727269"/>
              <a:chOff x="6263959" y="1633799"/>
              <a:chExt cx="5928039" cy="5224201"/>
            </a:xfrm>
          </p:grpSpPr>
          <p:sp>
            <p:nvSpPr>
              <p:cNvPr id="13" name="任意多边形: 形状 12"/>
              <p:cNvSpPr/>
              <p:nvPr/>
            </p:nvSpPr>
            <p:spPr>
              <a:xfrm>
                <a:off x="6968087" y="1633799"/>
                <a:ext cx="5223911" cy="5224201"/>
              </a:xfrm>
              <a:custGeom>
                <a:avLst/>
                <a:gdLst>
                  <a:gd name="connsiteX0" fmla="*/ 5137785 w 5137785"/>
                  <a:gd name="connsiteY0" fmla="*/ -358 h 5138070"/>
                  <a:gd name="connsiteX1" fmla="*/ 5137785 w 5137785"/>
                  <a:gd name="connsiteY1" fmla="*/ 5137141 h 5138070"/>
                  <a:gd name="connsiteX2" fmla="*/ 0 w 5137785"/>
                  <a:gd name="connsiteY2" fmla="*/ 5137141 h 5138070"/>
                  <a:gd name="connsiteX3" fmla="*/ 0 w 5137785"/>
                  <a:gd name="connsiteY3" fmla="*/ 4103297 h 5138070"/>
                  <a:gd name="connsiteX4" fmla="*/ 678562 w 5137785"/>
                  <a:gd name="connsiteY4" fmla="*/ 3424546 h 5138070"/>
                  <a:gd name="connsiteX5" fmla="*/ 678752 w 5137785"/>
                  <a:gd name="connsiteY5" fmla="*/ 3424546 h 5138070"/>
                  <a:gd name="connsiteX6" fmla="*/ 1074801 w 5137785"/>
                  <a:gd name="connsiteY6" fmla="*/ 3424546 h 5138070"/>
                  <a:gd name="connsiteX7" fmla="*/ 1712976 w 5137785"/>
                  <a:gd name="connsiteY7" fmla="*/ 2786371 h 5138070"/>
                  <a:gd name="connsiteX8" fmla="*/ 1712976 w 5137785"/>
                  <a:gd name="connsiteY8" fmla="*/ 2390322 h 5138070"/>
                  <a:gd name="connsiteX9" fmla="*/ 2391347 w 5137785"/>
                  <a:gd name="connsiteY9" fmla="*/ 1711761 h 5138070"/>
                  <a:gd name="connsiteX10" fmla="*/ 2787396 w 5137785"/>
                  <a:gd name="connsiteY10" fmla="*/ 1711761 h 5138070"/>
                  <a:gd name="connsiteX11" fmla="*/ 3425571 w 5137785"/>
                  <a:gd name="connsiteY11" fmla="*/ 1073586 h 5138070"/>
                  <a:gd name="connsiteX12" fmla="*/ 3425571 w 5137785"/>
                  <a:gd name="connsiteY12" fmla="*/ 677821 h 5138070"/>
                  <a:gd name="connsiteX13" fmla="*/ 4104132 w 5137785"/>
                  <a:gd name="connsiteY13" fmla="*/ -930 h 5138070"/>
                  <a:gd name="connsiteX14" fmla="*/ 4104323 w 5137785"/>
                  <a:gd name="connsiteY14" fmla="*/ -930 h 5138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37785" h="5138070">
                    <a:moveTo>
                      <a:pt x="5137785" y="-358"/>
                    </a:moveTo>
                    <a:lnTo>
                      <a:pt x="5137785" y="5137141"/>
                    </a:lnTo>
                    <a:lnTo>
                      <a:pt x="0" y="5137141"/>
                    </a:lnTo>
                    <a:lnTo>
                      <a:pt x="0" y="4103297"/>
                    </a:lnTo>
                    <a:cubicBezTo>
                      <a:pt x="-57" y="3728489"/>
                      <a:pt x="303752" y="3424641"/>
                      <a:pt x="678562" y="3424546"/>
                    </a:cubicBezTo>
                    <a:cubicBezTo>
                      <a:pt x="678628" y="3424546"/>
                      <a:pt x="678685" y="3424546"/>
                      <a:pt x="678752" y="3424546"/>
                    </a:cubicBezTo>
                    <a:lnTo>
                      <a:pt x="1074801" y="3424546"/>
                    </a:lnTo>
                    <a:cubicBezTo>
                      <a:pt x="1427255" y="3424546"/>
                      <a:pt x="1712976" y="3138796"/>
                      <a:pt x="1712976" y="2786371"/>
                    </a:cubicBezTo>
                    <a:lnTo>
                      <a:pt x="1712976" y="2390322"/>
                    </a:lnTo>
                    <a:cubicBezTo>
                      <a:pt x="1713024" y="2015704"/>
                      <a:pt x="2016681" y="1711951"/>
                      <a:pt x="2391347" y="1711761"/>
                    </a:cubicBezTo>
                    <a:lnTo>
                      <a:pt x="2787396" y="1711761"/>
                    </a:lnTo>
                    <a:cubicBezTo>
                      <a:pt x="3139850" y="1711761"/>
                      <a:pt x="3425571" y="1426011"/>
                      <a:pt x="3425571" y="1073586"/>
                    </a:cubicBezTo>
                    <a:lnTo>
                      <a:pt x="3425571" y="677821"/>
                    </a:lnTo>
                    <a:cubicBezTo>
                      <a:pt x="3425476" y="303013"/>
                      <a:pt x="3729324" y="-834"/>
                      <a:pt x="4104132" y="-930"/>
                    </a:cubicBezTo>
                    <a:cubicBezTo>
                      <a:pt x="4104228" y="-930"/>
                      <a:pt x="4104228" y="-930"/>
                      <a:pt x="4104323" y="-930"/>
                    </a:cubicBezTo>
                    <a:close/>
                  </a:path>
                </a:pathLst>
              </a:custGeom>
              <a:solidFill>
                <a:schemeClr val="accent1"/>
              </a:solidFill>
              <a:ln w="9525" cap="flat">
                <a:noFill/>
                <a:prstDash val="solid"/>
                <a:miter/>
              </a:ln>
            </p:spPr>
            <p:txBody>
              <a:bodyPr rtlCol="0" anchor="ctr"/>
              <a:lstStyle/>
              <a:p>
                <a:endParaRPr lang="zh-CN" altLang="en-US"/>
              </a:p>
            </p:txBody>
          </p:sp>
          <p:sp>
            <p:nvSpPr>
              <p:cNvPr id="14" name="任意多边形: 形状 13"/>
              <p:cNvSpPr/>
              <p:nvPr/>
            </p:nvSpPr>
            <p:spPr>
              <a:xfrm>
                <a:off x="8661783" y="3327993"/>
                <a:ext cx="3530215" cy="3530007"/>
              </a:xfrm>
              <a:custGeom>
                <a:avLst/>
                <a:gdLst>
                  <a:gd name="connsiteX0" fmla="*/ 3246596 w 3246596"/>
                  <a:gd name="connsiteY0" fmla="*/ -930 h 3246405"/>
                  <a:gd name="connsiteX1" fmla="*/ 3246596 w 3246596"/>
                  <a:gd name="connsiteY1" fmla="*/ 3245476 h 3246405"/>
                  <a:gd name="connsiteX2" fmla="*/ 0 w 3246596"/>
                  <a:gd name="connsiteY2" fmla="*/ 3245476 h 3246405"/>
                  <a:gd name="connsiteX3" fmla="*/ 0 w 3246596"/>
                  <a:gd name="connsiteY3" fmla="*/ 2535959 h 3246405"/>
                  <a:gd name="connsiteX4" fmla="*/ 372713 w 3246596"/>
                  <a:gd name="connsiteY4" fmla="*/ 2163245 h 3246405"/>
                  <a:gd name="connsiteX5" fmla="*/ 709517 w 3246596"/>
                  <a:gd name="connsiteY5" fmla="*/ 2163245 h 3246405"/>
                  <a:gd name="connsiteX6" fmla="*/ 1082231 w 3246596"/>
                  <a:gd name="connsiteY6" fmla="*/ 1790723 h 3246405"/>
                  <a:gd name="connsiteX7" fmla="*/ 1082231 w 3246596"/>
                  <a:gd name="connsiteY7" fmla="*/ 1790627 h 3246405"/>
                  <a:gd name="connsiteX8" fmla="*/ 1082231 w 3246596"/>
                  <a:gd name="connsiteY8" fmla="*/ 1453728 h 3246405"/>
                  <a:gd name="connsiteX9" fmla="*/ 1454658 w 3246596"/>
                  <a:gd name="connsiteY9" fmla="*/ 1081110 h 3246405"/>
                  <a:gd name="connsiteX10" fmla="*/ 1454848 w 3246596"/>
                  <a:gd name="connsiteY10" fmla="*/ 1081110 h 3246405"/>
                  <a:gd name="connsiteX11" fmla="*/ 1791748 w 3246596"/>
                  <a:gd name="connsiteY11" fmla="*/ 1081110 h 3246405"/>
                  <a:gd name="connsiteX12" fmla="*/ 2164366 w 3246596"/>
                  <a:gd name="connsiteY12" fmla="*/ 708397 h 3246405"/>
                  <a:gd name="connsiteX13" fmla="*/ 2164366 w 3246596"/>
                  <a:gd name="connsiteY13" fmla="*/ 371784 h 3246405"/>
                  <a:gd name="connsiteX14" fmla="*/ 2537079 w 3246596"/>
                  <a:gd name="connsiteY14" fmla="*/ -930 h 324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46596" h="3246405">
                    <a:moveTo>
                      <a:pt x="3246596" y="-930"/>
                    </a:moveTo>
                    <a:lnTo>
                      <a:pt x="3246596" y="3245476"/>
                    </a:lnTo>
                    <a:lnTo>
                      <a:pt x="0" y="3245476"/>
                    </a:lnTo>
                    <a:lnTo>
                      <a:pt x="0" y="2535959"/>
                    </a:lnTo>
                    <a:cubicBezTo>
                      <a:pt x="0" y="2330124"/>
                      <a:pt x="166868" y="2163245"/>
                      <a:pt x="372713" y="2163245"/>
                    </a:cubicBezTo>
                    <a:lnTo>
                      <a:pt x="709517" y="2163245"/>
                    </a:lnTo>
                    <a:cubicBezTo>
                      <a:pt x="915305" y="2163341"/>
                      <a:pt x="1082173" y="1996558"/>
                      <a:pt x="1082231" y="1790723"/>
                    </a:cubicBezTo>
                    <a:cubicBezTo>
                      <a:pt x="1082231" y="1790723"/>
                      <a:pt x="1082231" y="1790627"/>
                      <a:pt x="1082231" y="1790627"/>
                    </a:cubicBezTo>
                    <a:lnTo>
                      <a:pt x="1082231" y="1453728"/>
                    </a:lnTo>
                    <a:cubicBezTo>
                      <a:pt x="1082183" y="1247988"/>
                      <a:pt x="1248918" y="1081206"/>
                      <a:pt x="1454658" y="1081110"/>
                    </a:cubicBezTo>
                    <a:cubicBezTo>
                      <a:pt x="1454753" y="1081110"/>
                      <a:pt x="1454753" y="1081110"/>
                      <a:pt x="1454848" y="1081110"/>
                    </a:cubicBezTo>
                    <a:lnTo>
                      <a:pt x="1791748" y="1081110"/>
                    </a:lnTo>
                    <a:cubicBezTo>
                      <a:pt x="1997583" y="1081015"/>
                      <a:pt x="2164366" y="914232"/>
                      <a:pt x="2164366" y="708397"/>
                    </a:cubicBezTo>
                    <a:lnTo>
                      <a:pt x="2164366" y="371784"/>
                    </a:lnTo>
                    <a:cubicBezTo>
                      <a:pt x="2164366" y="165949"/>
                      <a:pt x="2331244" y="-930"/>
                      <a:pt x="2537079" y="-930"/>
                    </a:cubicBezTo>
                    <a:close/>
                  </a:path>
                </a:pathLst>
              </a:custGeom>
              <a:solidFill>
                <a:schemeClr val="accent2"/>
              </a:solidFill>
              <a:ln w="9525" cap="flat">
                <a:noFill/>
                <a:prstDash val="solid"/>
                <a:miter/>
              </a:ln>
            </p:spPr>
            <p:txBody>
              <a:bodyPr rtlCol="0" anchor="ctr"/>
              <a:lstStyle/>
              <a:p>
                <a:endParaRPr lang="zh-CN" altLang="en-US"/>
              </a:p>
            </p:txBody>
          </p:sp>
          <p:grpSp>
            <p:nvGrpSpPr>
              <p:cNvPr id="15" name="组合 14"/>
              <p:cNvGrpSpPr/>
              <p:nvPr/>
            </p:nvGrpSpPr>
            <p:grpSpPr>
              <a:xfrm>
                <a:off x="6263959" y="4420983"/>
                <a:ext cx="2063610" cy="2063610"/>
                <a:chOff x="5327534" y="4029959"/>
                <a:chExt cx="2326915" cy="2326915"/>
              </a:xfrm>
            </p:grpSpPr>
            <p:sp>
              <p:nvSpPr>
                <p:cNvPr id="16" name="任意多边形: 形状 15"/>
                <p:cNvSpPr/>
                <p:nvPr/>
              </p:nvSpPr>
              <p:spPr>
                <a:xfrm>
                  <a:off x="5626229" y="4328839"/>
                  <a:ext cx="1729352" cy="1729352"/>
                </a:xfrm>
                <a:custGeom>
                  <a:avLst/>
                  <a:gdLst>
                    <a:gd name="connsiteX0" fmla="*/ 1508379 w 1508379"/>
                    <a:gd name="connsiteY0" fmla="*/ 754189 h 1508379"/>
                    <a:gd name="connsiteX1" fmla="*/ 754190 w 1508379"/>
                    <a:gd name="connsiteY1" fmla="*/ 1508379 h 1508379"/>
                    <a:gd name="connsiteX2" fmla="*/ 0 w 1508379"/>
                    <a:gd name="connsiteY2" fmla="*/ 754190 h 1508379"/>
                    <a:gd name="connsiteX3" fmla="*/ 754190 w 1508379"/>
                    <a:gd name="connsiteY3" fmla="*/ 0 h 1508379"/>
                    <a:gd name="connsiteX4" fmla="*/ 1508379 w 1508379"/>
                    <a:gd name="connsiteY4" fmla="*/ 754189 h 150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79" h="1508379">
                      <a:moveTo>
                        <a:pt x="1508379" y="754189"/>
                      </a:moveTo>
                      <a:cubicBezTo>
                        <a:pt x="1508379" y="1170717"/>
                        <a:pt x="1170717" y="1508379"/>
                        <a:pt x="754190" y="1508379"/>
                      </a:cubicBezTo>
                      <a:cubicBezTo>
                        <a:pt x="337662" y="1508379"/>
                        <a:pt x="0" y="1170717"/>
                        <a:pt x="0" y="754190"/>
                      </a:cubicBezTo>
                      <a:cubicBezTo>
                        <a:pt x="0" y="337662"/>
                        <a:pt x="337662" y="0"/>
                        <a:pt x="754190" y="0"/>
                      </a:cubicBezTo>
                      <a:cubicBezTo>
                        <a:pt x="1170717" y="0"/>
                        <a:pt x="1508379" y="337662"/>
                        <a:pt x="1508379" y="754189"/>
                      </a:cubicBezTo>
                      <a:close/>
                    </a:path>
                  </a:pathLst>
                </a:custGeom>
                <a:noFill/>
                <a:ln w="19050" cap="flat">
                  <a:solidFill>
                    <a:schemeClr val="accent3"/>
                  </a:solidFill>
                  <a:prstDash val="solid"/>
                  <a:miter/>
                </a:ln>
              </p:spPr>
              <p:txBody>
                <a:bodyPr rtlCol="0" anchor="ctr"/>
                <a:lstStyle/>
                <a:p>
                  <a:endParaRPr lang="zh-CN" altLang="en-US"/>
                </a:p>
              </p:txBody>
            </p:sp>
            <p:sp>
              <p:nvSpPr>
                <p:cNvPr id="17" name="任意多边形: 形状 16"/>
                <p:cNvSpPr/>
                <p:nvPr/>
              </p:nvSpPr>
              <p:spPr>
                <a:xfrm rot="20357999">
                  <a:off x="5327534" y="4029959"/>
                  <a:ext cx="2326915" cy="2326915"/>
                </a:xfrm>
                <a:custGeom>
                  <a:avLst/>
                  <a:gdLst>
                    <a:gd name="connsiteX0" fmla="*/ 2029587 w 2029587"/>
                    <a:gd name="connsiteY0" fmla="*/ 1013863 h 2029587"/>
                    <a:gd name="connsiteX1" fmla="*/ 1014794 w 2029587"/>
                    <a:gd name="connsiteY1" fmla="*/ 2028657 h 2029587"/>
                    <a:gd name="connsiteX2" fmla="*/ 0 w 2029587"/>
                    <a:gd name="connsiteY2" fmla="*/ 1013863 h 2029587"/>
                    <a:gd name="connsiteX3" fmla="*/ 1014794 w 2029587"/>
                    <a:gd name="connsiteY3" fmla="*/ -930 h 2029587"/>
                    <a:gd name="connsiteX4" fmla="*/ 2029587 w 2029587"/>
                    <a:gd name="connsiteY4" fmla="*/ 1013863 h 2029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9587" h="2029587">
                      <a:moveTo>
                        <a:pt x="2029587" y="1013863"/>
                      </a:moveTo>
                      <a:cubicBezTo>
                        <a:pt x="2029587" y="1574319"/>
                        <a:pt x="1575248" y="2028657"/>
                        <a:pt x="1014794" y="2028657"/>
                      </a:cubicBezTo>
                      <a:cubicBezTo>
                        <a:pt x="454339" y="2028657"/>
                        <a:pt x="0" y="1574319"/>
                        <a:pt x="0" y="1013863"/>
                      </a:cubicBezTo>
                      <a:cubicBezTo>
                        <a:pt x="0" y="453408"/>
                        <a:pt x="454339" y="-930"/>
                        <a:pt x="1014794" y="-930"/>
                      </a:cubicBezTo>
                      <a:cubicBezTo>
                        <a:pt x="1575248" y="-930"/>
                        <a:pt x="2029587" y="453408"/>
                        <a:pt x="2029587" y="1013863"/>
                      </a:cubicBezTo>
                      <a:close/>
                    </a:path>
                  </a:pathLst>
                </a:custGeom>
                <a:noFill/>
                <a:ln w="19050" cap="flat">
                  <a:solidFill>
                    <a:schemeClr val="accent3"/>
                  </a:solidFill>
                  <a:prstDash val="solid"/>
                  <a:miter/>
                </a:ln>
              </p:spPr>
              <p:txBody>
                <a:bodyPr rtlCol="0" anchor="ctr"/>
                <a:lstStyle/>
                <a:p>
                  <a:endParaRPr lang="zh-CN" altLang="en-US"/>
                </a:p>
              </p:txBody>
            </p:sp>
            <p:sp>
              <p:nvSpPr>
                <p:cNvPr id="18" name="任意多边形: 形状 17"/>
                <p:cNvSpPr/>
                <p:nvPr/>
              </p:nvSpPr>
              <p:spPr>
                <a:xfrm>
                  <a:off x="5476838" y="4179448"/>
                  <a:ext cx="2028132" cy="2028133"/>
                </a:xfrm>
                <a:custGeom>
                  <a:avLst/>
                  <a:gdLst>
                    <a:gd name="connsiteX0" fmla="*/ 884491 w 1768982"/>
                    <a:gd name="connsiteY0" fmla="*/ 1768054 h 1768983"/>
                    <a:gd name="connsiteX1" fmla="*/ 0 w 1768982"/>
                    <a:gd name="connsiteY1" fmla="*/ 883562 h 1768983"/>
                    <a:gd name="connsiteX2" fmla="*/ 884491 w 1768982"/>
                    <a:gd name="connsiteY2" fmla="*/ -930 h 1768983"/>
                    <a:gd name="connsiteX3" fmla="*/ 1768983 w 1768982"/>
                    <a:gd name="connsiteY3" fmla="*/ 883562 h 1768983"/>
                    <a:gd name="connsiteX4" fmla="*/ 884491 w 1768982"/>
                    <a:gd name="connsiteY4" fmla="*/ 1768054 h 1768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82" h="1768983">
                      <a:moveTo>
                        <a:pt x="884491" y="1768054"/>
                      </a:moveTo>
                      <a:cubicBezTo>
                        <a:pt x="396002" y="1768054"/>
                        <a:pt x="0" y="1372099"/>
                        <a:pt x="0" y="883562"/>
                      </a:cubicBezTo>
                      <a:cubicBezTo>
                        <a:pt x="0" y="395025"/>
                        <a:pt x="396002" y="-930"/>
                        <a:pt x="884491" y="-930"/>
                      </a:cubicBezTo>
                      <a:cubicBezTo>
                        <a:pt x="1372981" y="-930"/>
                        <a:pt x="1768983" y="395025"/>
                        <a:pt x="1768983" y="883562"/>
                      </a:cubicBezTo>
                      <a:cubicBezTo>
                        <a:pt x="1768250" y="1371718"/>
                        <a:pt x="1372676" y="1767292"/>
                        <a:pt x="884491" y="1768054"/>
                      </a:cubicBezTo>
                      <a:close/>
                    </a:path>
                  </a:pathLst>
                </a:custGeom>
                <a:noFill/>
                <a:ln w="19050" cap="flat">
                  <a:solidFill>
                    <a:schemeClr val="accent3"/>
                  </a:solidFill>
                  <a:prstDash val="solid"/>
                  <a:miter/>
                </a:ln>
              </p:spPr>
              <p:txBody>
                <a:bodyPr rtlCol="0" anchor="ctr"/>
                <a:lstStyle/>
                <a:p>
                  <a:endParaRPr lang="zh-CN" altLang="en-US"/>
                </a:p>
              </p:txBody>
            </p:sp>
            <p:sp>
              <p:nvSpPr>
                <p:cNvPr id="19" name="任意多边形: 形状 18"/>
                <p:cNvSpPr/>
                <p:nvPr/>
              </p:nvSpPr>
              <p:spPr>
                <a:xfrm>
                  <a:off x="5626229" y="4328839"/>
                  <a:ext cx="1729352" cy="1729352"/>
                </a:xfrm>
                <a:custGeom>
                  <a:avLst/>
                  <a:gdLst>
                    <a:gd name="connsiteX0" fmla="*/ 1508379 w 1508379"/>
                    <a:gd name="connsiteY0" fmla="*/ 754189 h 1508379"/>
                    <a:gd name="connsiteX1" fmla="*/ 754190 w 1508379"/>
                    <a:gd name="connsiteY1" fmla="*/ 1508379 h 1508379"/>
                    <a:gd name="connsiteX2" fmla="*/ 0 w 1508379"/>
                    <a:gd name="connsiteY2" fmla="*/ 754190 h 1508379"/>
                    <a:gd name="connsiteX3" fmla="*/ 754190 w 1508379"/>
                    <a:gd name="connsiteY3" fmla="*/ 0 h 1508379"/>
                    <a:gd name="connsiteX4" fmla="*/ 1508379 w 1508379"/>
                    <a:gd name="connsiteY4" fmla="*/ 754189 h 150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79" h="1508379">
                      <a:moveTo>
                        <a:pt x="1508379" y="754189"/>
                      </a:moveTo>
                      <a:cubicBezTo>
                        <a:pt x="1508379" y="1170717"/>
                        <a:pt x="1170717" y="1508379"/>
                        <a:pt x="754190" y="1508379"/>
                      </a:cubicBezTo>
                      <a:cubicBezTo>
                        <a:pt x="337662" y="1508379"/>
                        <a:pt x="0" y="1170717"/>
                        <a:pt x="0" y="754190"/>
                      </a:cubicBezTo>
                      <a:cubicBezTo>
                        <a:pt x="0" y="337662"/>
                        <a:pt x="337662" y="0"/>
                        <a:pt x="754190" y="0"/>
                      </a:cubicBezTo>
                      <a:cubicBezTo>
                        <a:pt x="1170717" y="0"/>
                        <a:pt x="1508379" y="337662"/>
                        <a:pt x="1508379" y="754189"/>
                      </a:cubicBezTo>
                      <a:close/>
                    </a:path>
                  </a:pathLst>
                </a:custGeom>
                <a:noFill/>
                <a:ln w="19050" cap="flat">
                  <a:solidFill>
                    <a:schemeClr val="accent3"/>
                  </a:solidFill>
                  <a:prstDash val="solid"/>
                  <a:miter/>
                </a:ln>
              </p:spPr>
              <p:txBody>
                <a:bodyPr rtlCol="0" anchor="ctr"/>
                <a:lstStyle/>
                <a:p>
                  <a:endParaRPr lang="zh-CN" altLang="en-US"/>
                </a:p>
              </p:txBody>
            </p:sp>
            <p:sp>
              <p:nvSpPr>
                <p:cNvPr id="20" name="任意多边形: 形状 19"/>
                <p:cNvSpPr/>
                <p:nvPr/>
              </p:nvSpPr>
              <p:spPr>
                <a:xfrm rot="18900000">
                  <a:off x="5786680" y="4489266"/>
                  <a:ext cx="1408510" cy="1408510"/>
                </a:xfrm>
                <a:custGeom>
                  <a:avLst/>
                  <a:gdLst>
                    <a:gd name="connsiteX0" fmla="*/ 1228535 w 1228534"/>
                    <a:gd name="connsiteY0" fmla="*/ 613337 h 1228534"/>
                    <a:gd name="connsiteX1" fmla="*/ 614267 w 1228534"/>
                    <a:gd name="connsiteY1" fmla="*/ 1227605 h 1228534"/>
                    <a:gd name="connsiteX2" fmla="*/ 0 w 1228534"/>
                    <a:gd name="connsiteY2" fmla="*/ 613337 h 1228534"/>
                    <a:gd name="connsiteX3" fmla="*/ 614267 w 1228534"/>
                    <a:gd name="connsiteY3" fmla="*/ -930 h 1228534"/>
                    <a:gd name="connsiteX4" fmla="*/ 1228535 w 1228534"/>
                    <a:gd name="connsiteY4" fmla="*/ 613337 h 1228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534" h="1228534">
                      <a:moveTo>
                        <a:pt x="1228535" y="613337"/>
                      </a:moveTo>
                      <a:cubicBezTo>
                        <a:pt x="1228535" y="952588"/>
                        <a:pt x="953518" y="1227605"/>
                        <a:pt x="614267" y="1227605"/>
                      </a:cubicBezTo>
                      <a:cubicBezTo>
                        <a:pt x="275017" y="1227605"/>
                        <a:pt x="0" y="952588"/>
                        <a:pt x="0" y="613337"/>
                      </a:cubicBezTo>
                      <a:cubicBezTo>
                        <a:pt x="0" y="274087"/>
                        <a:pt x="275017" y="-930"/>
                        <a:pt x="614267" y="-930"/>
                      </a:cubicBezTo>
                      <a:cubicBezTo>
                        <a:pt x="953518" y="-930"/>
                        <a:pt x="1228535" y="274087"/>
                        <a:pt x="1228535" y="613337"/>
                      </a:cubicBezTo>
                      <a:close/>
                    </a:path>
                  </a:pathLst>
                </a:custGeom>
                <a:noFill/>
                <a:ln w="19050" cap="flat">
                  <a:solidFill>
                    <a:schemeClr val="accent3"/>
                  </a:solidFill>
                  <a:prstDash val="solid"/>
                  <a:miter/>
                </a:ln>
              </p:spPr>
              <p:txBody>
                <a:bodyPr rtlCol="0" anchor="ctr"/>
                <a:lstStyle/>
                <a:p>
                  <a:endParaRPr lang="zh-CN" altLang="en-US"/>
                </a:p>
              </p:txBody>
            </p:sp>
            <p:sp>
              <p:nvSpPr>
                <p:cNvPr id="21" name="任意多边形: 形状 20"/>
                <p:cNvSpPr/>
                <p:nvPr/>
              </p:nvSpPr>
              <p:spPr>
                <a:xfrm>
                  <a:off x="5933528" y="4636138"/>
                  <a:ext cx="1114751" cy="1114753"/>
                </a:xfrm>
                <a:custGeom>
                  <a:avLst/>
                  <a:gdLst>
                    <a:gd name="connsiteX0" fmla="*/ 972312 w 972311"/>
                    <a:gd name="connsiteY0" fmla="*/ 486156 h 972312"/>
                    <a:gd name="connsiteX1" fmla="*/ 486156 w 972311"/>
                    <a:gd name="connsiteY1" fmla="*/ 972312 h 972312"/>
                    <a:gd name="connsiteX2" fmla="*/ 0 w 972311"/>
                    <a:gd name="connsiteY2" fmla="*/ 486156 h 972312"/>
                    <a:gd name="connsiteX3" fmla="*/ 486156 w 972311"/>
                    <a:gd name="connsiteY3" fmla="*/ 0 h 972312"/>
                    <a:gd name="connsiteX4" fmla="*/ 972312 w 972311"/>
                    <a:gd name="connsiteY4" fmla="*/ 486156 h 972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11" h="972312">
                      <a:moveTo>
                        <a:pt x="972312" y="486156"/>
                      </a:moveTo>
                      <a:cubicBezTo>
                        <a:pt x="972312" y="754652"/>
                        <a:pt x="754652" y="972312"/>
                        <a:pt x="486156" y="972312"/>
                      </a:cubicBezTo>
                      <a:cubicBezTo>
                        <a:pt x="217660" y="972312"/>
                        <a:pt x="0" y="754653"/>
                        <a:pt x="0" y="486156"/>
                      </a:cubicBezTo>
                      <a:cubicBezTo>
                        <a:pt x="0" y="217659"/>
                        <a:pt x="217660" y="0"/>
                        <a:pt x="486156" y="0"/>
                      </a:cubicBezTo>
                      <a:cubicBezTo>
                        <a:pt x="754652" y="0"/>
                        <a:pt x="972312" y="217659"/>
                        <a:pt x="972312" y="486156"/>
                      </a:cubicBezTo>
                      <a:close/>
                    </a:path>
                  </a:pathLst>
                </a:custGeom>
                <a:noFill/>
                <a:ln w="19050" cap="flat">
                  <a:solidFill>
                    <a:schemeClr val="accent3"/>
                  </a:solidFill>
                  <a:prstDash val="solid"/>
                  <a:miter/>
                </a:ln>
              </p:spPr>
              <p:txBody>
                <a:bodyPr rtlCol="0" anchor="ctr"/>
                <a:lstStyle/>
                <a:p>
                  <a:endParaRPr lang="zh-CN" altLang="en-US"/>
                </a:p>
              </p:txBody>
            </p:sp>
          </p:grpSp>
          <p:sp>
            <p:nvSpPr>
              <p:cNvPr id="22" name="任意多边形: 形状 21"/>
              <p:cNvSpPr/>
              <p:nvPr/>
            </p:nvSpPr>
            <p:spPr>
              <a:xfrm rot="6955801">
                <a:off x="10544807" y="4658603"/>
                <a:ext cx="1066278" cy="1066266"/>
              </a:xfrm>
              <a:custGeom>
                <a:avLst/>
                <a:gdLst>
                  <a:gd name="connsiteX0" fmla="*/ 69144 w 1066278"/>
                  <a:gd name="connsiteY0" fmla="*/ 794001 h 1066266"/>
                  <a:gd name="connsiteX1" fmla="*/ 42260 w 1066278"/>
                  <a:gd name="connsiteY1" fmla="*/ 738709 h 1066266"/>
                  <a:gd name="connsiteX2" fmla="*/ 404176 w 1066278"/>
                  <a:gd name="connsiteY2" fmla="*/ 562738 h 1066266"/>
                  <a:gd name="connsiteX3" fmla="*/ 11 w 1066278"/>
                  <a:gd name="connsiteY3" fmla="*/ 562808 h 1066266"/>
                  <a:gd name="connsiteX4" fmla="*/ 0 w 1066278"/>
                  <a:gd name="connsiteY4" fmla="*/ 501325 h 1066266"/>
                  <a:gd name="connsiteX5" fmla="*/ 349162 w 1066278"/>
                  <a:gd name="connsiteY5" fmla="*/ 501264 h 1066266"/>
                  <a:gd name="connsiteX6" fmla="*/ 20212 w 1066278"/>
                  <a:gd name="connsiteY6" fmla="*/ 387548 h 1066266"/>
                  <a:gd name="connsiteX7" fmla="*/ 40299 w 1066278"/>
                  <a:gd name="connsiteY7" fmla="*/ 329442 h 1066266"/>
                  <a:gd name="connsiteX8" fmla="*/ 408376 w 1066278"/>
                  <a:gd name="connsiteY8" fmla="*/ 456684 h 1066266"/>
                  <a:gd name="connsiteX9" fmla="*/ 123230 w 1066278"/>
                  <a:gd name="connsiteY9" fmla="*/ 191245 h 1066266"/>
                  <a:gd name="connsiteX10" fmla="*/ 165121 w 1066278"/>
                  <a:gd name="connsiteY10" fmla="*/ 146244 h 1066266"/>
                  <a:gd name="connsiteX11" fmla="*/ 434840 w 1066278"/>
                  <a:gd name="connsiteY11" fmla="*/ 397322 h 1066266"/>
                  <a:gd name="connsiteX12" fmla="*/ 273902 w 1066278"/>
                  <a:gd name="connsiteY12" fmla="*/ 66325 h 1066266"/>
                  <a:gd name="connsiteX13" fmla="*/ 329193 w 1066278"/>
                  <a:gd name="connsiteY13" fmla="*/ 39441 h 1066266"/>
                  <a:gd name="connsiteX14" fmla="*/ 503229 w 1066278"/>
                  <a:gd name="connsiteY14" fmla="*/ 397375 h 1066266"/>
                  <a:gd name="connsiteX15" fmla="*/ 503229 w 1066278"/>
                  <a:gd name="connsiteY15" fmla="*/ 0 h 1066266"/>
                  <a:gd name="connsiteX16" fmla="*/ 564710 w 1066278"/>
                  <a:gd name="connsiteY16" fmla="*/ 0 h 1066266"/>
                  <a:gd name="connsiteX17" fmla="*/ 564710 w 1066278"/>
                  <a:gd name="connsiteY17" fmla="*/ 353520 h 1066266"/>
                  <a:gd name="connsiteX18" fmla="*/ 680577 w 1066278"/>
                  <a:gd name="connsiteY18" fmla="*/ 18350 h 1066266"/>
                  <a:gd name="connsiteX19" fmla="*/ 738683 w 1066278"/>
                  <a:gd name="connsiteY19" fmla="*/ 38437 h 1066266"/>
                  <a:gd name="connsiteX20" fmla="*/ 611555 w 1066278"/>
                  <a:gd name="connsiteY20" fmla="*/ 406184 h 1066266"/>
                  <a:gd name="connsiteX21" fmla="*/ 876734 w 1066278"/>
                  <a:gd name="connsiteY21" fmla="*/ 121316 h 1066266"/>
                  <a:gd name="connsiteX22" fmla="*/ 921735 w 1066278"/>
                  <a:gd name="connsiteY22" fmla="*/ 163207 h 1066266"/>
                  <a:gd name="connsiteX23" fmla="*/ 670245 w 1066278"/>
                  <a:gd name="connsiteY23" fmla="*/ 433369 h 1066266"/>
                  <a:gd name="connsiteX24" fmla="*/ 1001184 w 1066278"/>
                  <a:gd name="connsiteY24" fmla="*/ 272460 h 1066266"/>
                  <a:gd name="connsiteX25" fmla="*/ 1028068 w 1066278"/>
                  <a:gd name="connsiteY25" fmla="*/ 327751 h 1066266"/>
                  <a:gd name="connsiteX26" fmla="*/ 671324 w 1066278"/>
                  <a:gd name="connsiteY26" fmla="*/ 501208 h 1066266"/>
                  <a:gd name="connsiteX27" fmla="*/ 1066267 w 1066278"/>
                  <a:gd name="connsiteY27" fmla="*/ 501139 h 1066266"/>
                  <a:gd name="connsiteX28" fmla="*/ 1066278 w 1066278"/>
                  <a:gd name="connsiteY28" fmla="*/ 562622 h 1066266"/>
                  <a:gd name="connsiteX29" fmla="*/ 715004 w 1066278"/>
                  <a:gd name="connsiteY29" fmla="*/ 562684 h 1066266"/>
                  <a:gd name="connsiteX30" fmla="*/ 1048050 w 1066278"/>
                  <a:gd name="connsiteY30" fmla="*/ 677815 h 1066266"/>
                  <a:gd name="connsiteX31" fmla="*/ 1027963 w 1066278"/>
                  <a:gd name="connsiteY31" fmla="*/ 735922 h 1066266"/>
                  <a:gd name="connsiteX32" fmla="*/ 663075 w 1066278"/>
                  <a:gd name="connsiteY32" fmla="*/ 609782 h 1066266"/>
                  <a:gd name="connsiteX33" fmla="*/ 945574 w 1066278"/>
                  <a:gd name="connsiteY33" fmla="*/ 872756 h 1066266"/>
                  <a:gd name="connsiteX34" fmla="*/ 903683 w 1066278"/>
                  <a:gd name="connsiteY34" fmla="*/ 917757 h 1066266"/>
                  <a:gd name="connsiteX35" fmla="*/ 634342 w 1066278"/>
                  <a:gd name="connsiteY35" fmla="*/ 667032 h 1066266"/>
                  <a:gd name="connsiteX36" fmla="*/ 795443 w 1066278"/>
                  <a:gd name="connsiteY36" fmla="*/ 998365 h 1066266"/>
                  <a:gd name="connsiteX37" fmla="*/ 740152 w 1066278"/>
                  <a:gd name="connsiteY37" fmla="*/ 1025249 h 1066266"/>
                  <a:gd name="connsiteX38" fmla="*/ 564710 w 1066278"/>
                  <a:gd name="connsiteY38" fmla="*/ 664422 h 1066266"/>
                  <a:gd name="connsiteX39" fmla="*/ 564710 w 1066278"/>
                  <a:gd name="connsiteY39" fmla="*/ 1066266 h 1066266"/>
                  <a:gd name="connsiteX40" fmla="*/ 503229 w 1066278"/>
                  <a:gd name="connsiteY40" fmla="*/ 1066266 h 1066266"/>
                  <a:gd name="connsiteX41" fmla="*/ 503229 w 1066278"/>
                  <a:gd name="connsiteY41" fmla="*/ 719542 h 1066266"/>
                  <a:gd name="connsiteX42" fmla="*/ 390310 w 1066278"/>
                  <a:gd name="connsiteY42" fmla="*/ 1046187 h 1066266"/>
                  <a:gd name="connsiteX43" fmla="*/ 332203 w 1066278"/>
                  <a:gd name="connsiteY43" fmla="*/ 1026100 h 1066266"/>
                  <a:gd name="connsiteX44" fmla="*/ 458456 w 1066278"/>
                  <a:gd name="connsiteY44" fmla="*/ 660883 h 1066266"/>
                  <a:gd name="connsiteX45" fmla="*/ 195223 w 1066278"/>
                  <a:gd name="connsiteY45" fmla="*/ 943660 h 1066266"/>
                  <a:gd name="connsiteX46" fmla="*/ 150222 w 1066278"/>
                  <a:gd name="connsiteY46" fmla="*/ 901770 h 1066266"/>
                  <a:gd name="connsiteX47" fmla="*/ 400536 w 1066278"/>
                  <a:gd name="connsiteY47" fmla="*/ 632871 h 106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66278" h="1066266">
                    <a:moveTo>
                      <a:pt x="69144" y="794001"/>
                    </a:moveTo>
                    <a:lnTo>
                      <a:pt x="42260" y="738709"/>
                    </a:lnTo>
                    <a:lnTo>
                      <a:pt x="404176" y="562738"/>
                    </a:lnTo>
                    <a:lnTo>
                      <a:pt x="11" y="562808"/>
                    </a:lnTo>
                    <a:lnTo>
                      <a:pt x="0" y="501325"/>
                    </a:lnTo>
                    <a:lnTo>
                      <a:pt x="349162" y="501264"/>
                    </a:lnTo>
                    <a:lnTo>
                      <a:pt x="20212" y="387548"/>
                    </a:lnTo>
                    <a:lnTo>
                      <a:pt x="40299" y="329442"/>
                    </a:lnTo>
                    <a:lnTo>
                      <a:pt x="408376" y="456684"/>
                    </a:lnTo>
                    <a:lnTo>
                      <a:pt x="123230" y="191245"/>
                    </a:lnTo>
                    <a:lnTo>
                      <a:pt x="165121" y="146244"/>
                    </a:lnTo>
                    <a:lnTo>
                      <a:pt x="434840" y="397322"/>
                    </a:lnTo>
                    <a:lnTo>
                      <a:pt x="273902" y="66325"/>
                    </a:lnTo>
                    <a:lnTo>
                      <a:pt x="329193" y="39441"/>
                    </a:lnTo>
                    <a:lnTo>
                      <a:pt x="503229" y="397375"/>
                    </a:lnTo>
                    <a:lnTo>
                      <a:pt x="503229" y="0"/>
                    </a:lnTo>
                    <a:lnTo>
                      <a:pt x="564710" y="0"/>
                    </a:lnTo>
                    <a:lnTo>
                      <a:pt x="564710" y="353520"/>
                    </a:lnTo>
                    <a:lnTo>
                      <a:pt x="680577" y="18350"/>
                    </a:lnTo>
                    <a:lnTo>
                      <a:pt x="738683" y="38437"/>
                    </a:lnTo>
                    <a:lnTo>
                      <a:pt x="611555" y="406184"/>
                    </a:lnTo>
                    <a:lnTo>
                      <a:pt x="876734" y="121316"/>
                    </a:lnTo>
                    <a:lnTo>
                      <a:pt x="921735" y="163207"/>
                    </a:lnTo>
                    <a:lnTo>
                      <a:pt x="670245" y="433369"/>
                    </a:lnTo>
                    <a:lnTo>
                      <a:pt x="1001184" y="272460"/>
                    </a:lnTo>
                    <a:lnTo>
                      <a:pt x="1028068" y="327751"/>
                    </a:lnTo>
                    <a:lnTo>
                      <a:pt x="671324" y="501208"/>
                    </a:lnTo>
                    <a:lnTo>
                      <a:pt x="1066267" y="501139"/>
                    </a:lnTo>
                    <a:lnTo>
                      <a:pt x="1066278" y="562622"/>
                    </a:lnTo>
                    <a:lnTo>
                      <a:pt x="715004" y="562684"/>
                    </a:lnTo>
                    <a:lnTo>
                      <a:pt x="1048050" y="677815"/>
                    </a:lnTo>
                    <a:lnTo>
                      <a:pt x="1027963" y="735922"/>
                    </a:lnTo>
                    <a:lnTo>
                      <a:pt x="663075" y="609782"/>
                    </a:lnTo>
                    <a:lnTo>
                      <a:pt x="945574" y="872756"/>
                    </a:lnTo>
                    <a:lnTo>
                      <a:pt x="903683" y="917757"/>
                    </a:lnTo>
                    <a:lnTo>
                      <a:pt x="634342" y="667032"/>
                    </a:lnTo>
                    <a:lnTo>
                      <a:pt x="795443" y="998365"/>
                    </a:lnTo>
                    <a:lnTo>
                      <a:pt x="740152" y="1025249"/>
                    </a:lnTo>
                    <a:lnTo>
                      <a:pt x="564710" y="664422"/>
                    </a:lnTo>
                    <a:lnTo>
                      <a:pt x="564710" y="1066266"/>
                    </a:lnTo>
                    <a:lnTo>
                      <a:pt x="503229" y="1066266"/>
                    </a:lnTo>
                    <a:lnTo>
                      <a:pt x="503229" y="719542"/>
                    </a:lnTo>
                    <a:lnTo>
                      <a:pt x="390310" y="1046187"/>
                    </a:lnTo>
                    <a:lnTo>
                      <a:pt x="332203" y="1026100"/>
                    </a:lnTo>
                    <a:lnTo>
                      <a:pt x="458456" y="660883"/>
                    </a:lnTo>
                    <a:lnTo>
                      <a:pt x="195223" y="943660"/>
                    </a:lnTo>
                    <a:lnTo>
                      <a:pt x="150222" y="901770"/>
                    </a:lnTo>
                    <a:lnTo>
                      <a:pt x="400536" y="632871"/>
                    </a:lnTo>
                    <a:close/>
                  </a:path>
                </a:pathLst>
              </a:custGeom>
              <a:solidFill>
                <a:schemeClr val="bg1"/>
              </a:solidFill>
              <a:ln w="9525" cap="flat">
                <a:noFill/>
                <a:prstDash val="solid"/>
                <a:miter/>
              </a:ln>
            </p:spPr>
            <p:txBody>
              <a:bodyPr rtlCol="0" anchor="ctr"/>
              <a:lstStyle/>
              <a:p>
                <a:endParaRPr lang="zh-CN" altLang="en-US"/>
              </a:p>
            </p:txBody>
          </p:sp>
        </p:grpSp>
      </p:grpSp>
      <p:sp>
        <p:nvSpPr>
          <p:cNvPr id="2" name="标题占位符 1"/>
          <p:cNvSpPr>
            <a:spLocks noGrp="1"/>
          </p:cNvSpPr>
          <p:nvPr>
            <p:ph type="title"/>
          </p:nvPr>
        </p:nvSpPr>
        <p:spPr>
          <a:xfrm>
            <a:off x="660400" y="505479"/>
            <a:ext cx="10858500" cy="523220"/>
          </a:xfrm>
          <a:prstGeom prst="rect">
            <a:avLst/>
          </a:prstGeom>
        </p:spPr>
        <p:txBody>
          <a:bodyPr vert="horz" lIns="91440" tIns="45720" rIns="91440" bIns="45720" rtlCol="0" anchor="b">
            <a:sp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200">
                <a:solidFill>
                  <a:schemeClr val="tx1">
                    <a:tint val="75000"/>
                  </a:schemeClr>
                </a:solidFill>
              </a:defRPr>
            </a:lvl1pPr>
          </a:lstStyle>
          <a:p>
            <a:fld id="{C8BB1146-E542-4D4E-B8E9-6919A11DDD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hasCustomPrompt="1"/>
          </p:nvPr>
        </p:nvSpPr>
        <p:spPr/>
        <p:txBody>
          <a:bodyPr/>
          <a:lstStyle/>
          <a:p>
            <a:r>
              <a:rPr lang="zh-CN" altLang="en-US" dirty="0"/>
              <a:t>残差网络</a:t>
            </a:r>
            <a:r>
              <a:rPr lang="en-US" altLang="zh-CN" dirty="0"/>
              <a:t>ResNet</a:t>
            </a:r>
            <a:endParaRPr lang="en-US" dirty="0"/>
          </a:p>
        </p:txBody>
      </p:sp>
      <p:sp>
        <p:nvSpPr>
          <p:cNvPr id="3" name="副标题 2"/>
          <p:cNvSpPr>
            <a:spLocks noGrp="1"/>
          </p:cNvSpPr>
          <p:nvPr>
            <p:ph type="subTitle" idx="1" hasCustomPrompt="1"/>
          </p:nvPr>
        </p:nvSpPr>
        <p:spPr/>
        <p:txBody>
          <a:bodyPr/>
          <a:lstStyle/>
          <a:p>
            <a:r>
              <a:rPr lang="en-US" sz="2400" dirty="0">
                <a:solidFill>
                  <a:schemeClr val="accent2"/>
                </a:solidFill>
              </a:rPr>
              <a:t>AI</a:t>
            </a:r>
            <a:r>
              <a:rPr lang="zh-CN" altLang="en-US" sz="2400" dirty="0">
                <a:solidFill>
                  <a:schemeClr val="accent2"/>
                </a:solidFill>
              </a:rPr>
              <a:t>大模型的里程碑</a:t>
            </a:r>
            <a:endParaRPr lang="en-US" sz="2400" dirty="0">
              <a:solidFill>
                <a:schemeClr val="accent2"/>
              </a:solidFill>
            </a:endParaRPr>
          </a:p>
        </p:txBody>
      </p:sp>
      <p:sp>
        <p:nvSpPr>
          <p:cNvPr id="4" name="文本占位符 3"/>
          <p:cNvSpPr>
            <a:spLocks noGrp="1"/>
          </p:cNvSpPr>
          <p:nvPr>
            <p:ph type="body" sz="quarter" idx="13" hasCustomPrompt="1"/>
          </p:nvPr>
        </p:nvSpPr>
        <p:spPr/>
        <p:txBody>
          <a:bodyPr>
            <a:noAutofit/>
          </a:bodyPr>
          <a:lstStyle/>
          <a:p>
            <a:r>
              <a:rPr lang="zh-CN" altLang="en-US" sz="2000" dirty="0"/>
              <a:t>朱俊霖 卞存蕾</a:t>
            </a:r>
          </a:p>
        </p:txBody>
      </p:sp>
      <p:sp>
        <p:nvSpPr>
          <p:cNvPr id="5" name="文本占位符 4"/>
          <p:cNvSpPr>
            <a:spLocks noGrp="1"/>
          </p:cNvSpPr>
          <p:nvPr>
            <p:ph type="body" sz="quarter" idx="14" hasCustomPrompt="1"/>
          </p:nvPr>
        </p:nvSpPr>
        <p:spPr/>
        <p:txBody>
          <a:bodyPr>
            <a:noAutofit/>
          </a:bodyPr>
          <a:lstStyle/>
          <a:p>
            <a:r>
              <a:rPr lang="en-US" sz="2000" dirty="0"/>
              <a:t>2025</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a:bodyPr>
          <a:lstStyle/>
          <a:p>
            <a:r>
              <a:rPr lang="zh-CN" altLang="en-US" sz="5400" dirty="0">
                <a:solidFill>
                  <a:schemeClr val="accent2"/>
                </a:solidFill>
              </a:rPr>
              <a:t>目录</a:t>
            </a:r>
            <a:endParaRPr lang="en-US" sz="5400" dirty="0">
              <a:solidFill>
                <a:schemeClr val="accent2"/>
              </a:solidFill>
            </a:endParaRPr>
          </a:p>
        </p:txBody>
      </p:sp>
      <p:sp>
        <p:nvSpPr>
          <p:cNvPr id="3" name="内容占位符 2"/>
          <p:cNvSpPr>
            <a:spLocks noGrp="1"/>
          </p:cNvSpPr>
          <p:nvPr>
            <p:ph sz="quarter" idx="1" hasCustomPrompt="1"/>
          </p:nvPr>
        </p:nvSpPr>
        <p:spPr/>
        <p:txBody>
          <a:bodyPr/>
          <a:lstStyle/>
          <a:p>
            <a:pPr marL="0" indent="0">
              <a:buNone/>
            </a:pPr>
            <a:r>
              <a:rPr lang="zh-CN" altLang="en-US" sz="2800" dirty="0"/>
              <a:t>一</a:t>
            </a:r>
            <a:r>
              <a:rPr lang="en-US" altLang="zh-CN" sz="2800" dirty="0"/>
              <a:t>.</a:t>
            </a:r>
            <a:r>
              <a:rPr lang="zh-CN" altLang="en-US" sz="2800" dirty="0"/>
              <a:t>人工智能发展历程</a:t>
            </a:r>
            <a:endParaRPr lang="en-US" sz="2800" dirty="0"/>
          </a:p>
          <a:p>
            <a:pPr marL="0" indent="0">
              <a:buNone/>
            </a:pPr>
            <a:r>
              <a:rPr lang="zh-CN" altLang="en-US" sz="2800" dirty="0"/>
              <a:t>二</a:t>
            </a:r>
            <a:r>
              <a:rPr lang="en-US" altLang="zh-CN" sz="2800" dirty="0"/>
              <a:t>.</a:t>
            </a:r>
            <a:r>
              <a:rPr lang="zh-CN" altLang="en-US" sz="2800" dirty="0"/>
              <a:t>残差网络</a:t>
            </a:r>
            <a:r>
              <a:rPr lang="en-US" altLang="zh-CN" sz="2800" dirty="0"/>
              <a:t>ResNet</a:t>
            </a:r>
          </a:p>
          <a:p>
            <a:pPr marL="0" indent="0">
              <a:buNone/>
            </a:pPr>
            <a:r>
              <a:rPr lang="zh-CN" altLang="en-US" sz="2800" dirty="0"/>
              <a:t>三</a:t>
            </a:r>
            <a:r>
              <a:rPr lang="en-US" altLang="zh-CN" sz="2800" dirty="0"/>
              <a:t>.</a:t>
            </a:r>
            <a:r>
              <a:rPr lang="zh-CN" altLang="zh-CN" sz="2800" dirty="0"/>
              <a:t>残差网络的核心结构</a:t>
            </a:r>
            <a:endParaRPr lang="en-US" altLang="zh-CN" sz="2800" dirty="0"/>
          </a:p>
          <a:p>
            <a:pPr marL="0" indent="0">
              <a:buNone/>
            </a:pPr>
            <a:r>
              <a:rPr lang="zh-CN" altLang="en-US" sz="2800" dirty="0"/>
              <a:t>四</a:t>
            </a:r>
            <a:r>
              <a:rPr lang="en-US" altLang="zh-CN" sz="2800" dirty="0"/>
              <a:t>.</a:t>
            </a:r>
            <a:r>
              <a:rPr lang="zh-CN" altLang="zh-CN" sz="2800" dirty="0"/>
              <a:t>残差网络</a:t>
            </a:r>
            <a:r>
              <a:rPr lang="zh-CN" altLang="en-US" sz="2800" dirty="0"/>
              <a:t>程序展示</a:t>
            </a:r>
            <a:endParaRPr lang="en-US" altLang="zh-CN" sz="2800" dirty="0"/>
          </a:p>
          <a:p>
            <a:pPr marL="0" indent="0">
              <a:buNone/>
            </a:pPr>
            <a:r>
              <a:rPr lang="zh-CN" altLang="en-US" sz="2800" dirty="0"/>
              <a:t>五</a:t>
            </a:r>
            <a:r>
              <a:rPr lang="en-US" altLang="zh-CN" sz="2800" dirty="0"/>
              <a:t>.</a:t>
            </a:r>
            <a:r>
              <a:rPr lang="zh-CN" altLang="zh-CN" sz="2800" dirty="0"/>
              <a:t>残差网络的</a:t>
            </a:r>
            <a:r>
              <a:rPr lang="zh-CN" altLang="en-US" sz="2800" dirty="0"/>
              <a:t>深远影响</a:t>
            </a:r>
            <a:endParaRPr lang="en-US" altLang="zh-CN" sz="2800" dirty="0"/>
          </a:p>
          <a:p>
            <a:endParaRPr lang="en-US" dirty="0"/>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一</a:t>
            </a:r>
            <a:r>
              <a:rPr lang="en-US" altLang="zh-CN" dirty="0"/>
              <a:t>.</a:t>
            </a:r>
            <a:r>
              <a:rPr lang="zh-CN" altLang="en-US" dirty="0"/>
              <a:t>人工智能发展历程</a:t>
            </a:r>
            <a:endParaRPr lang="en-US" dirty="0"/>
          </a:p>
        </p:txBody>
      </p:sp>
      <p:sp>
        <p:nvSpPr>
          <p:cNvPr id="3" name="文本占位符 2"/>
          <p:cNvSpPr>
            <a:spLocks noGrp="1"/>
          </p:cNvSpPr>
          <p:nvPr>
            <p:ph type="body" idx="1" hasCustomPrompt="1"/>
          </p:nvPr>
        </p:nvSpPr>
        <p:spPr/>
        <p:txBody>
          <a:bodyPr/>
          <a:lstStyle/>
          <a:p>
            <a:r>
              <a:rPr lang="zh-CN" altLang="en-US" sz="2400" dirty="0">
                <a:solidFill>
                  <a:schemeClr val="accent2"/>
                </a:solidFill>
              </a:rPr>
              <a:t>时至今日，</a:t>
            </a:r>
            <a:r>
              <a:rPr lang="en-US" sz="2400" dirty="0">
                <a:solidFill>
                  <a:schemeClr val="accent2"/>
                </a:solidFill>
              </a:rPr>
              <a:t>AI</a:t>
            </a:r>
            <a:r>
              <a:rPr lang="zh-CN" altLang="en-US" sz="2400" dirty="0">
                <a:solidFill>
                  <a:schemeClr val="accent2"/>
                </a:solidFill>
              </a:rPr>
              <a:t>已有了</a:t>
            </a:r>
            <a:r>
              <a:rPr lang="en-US" altLang="zh-CN" sz="2400" dirty="0">
                <a:solidFill>
                  <a:schemeClr val="accent2"/>
                </a:solidFill>
              </a:rPr>
              <a:t>70</a:t>
            </a:r>
            <a:r>
              <a:rPr lang="zh-CN" altLang="en-US" sz="2400" dirty="0">
                <a:solidFill>
                  <a:schemeClr val="accent2"/>
                </a:solidFill>
              </a:rPr>
              <a:t>多年的发展历史</a:t>
            </a:r>
            <a:endParaRPr lang="en-US" sz="2400" dirty="0">
              <a:solidFill>
                <a:schemeClr val="accent2"/>
              </a:solidFill>
            </a:endParaRPr>
          </a:p>
        </p:txBody>
      </p:sp>
    </p:spTree>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图片 10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589" y="5369826"/>
            <a:ext cx="1696858" cy="2300038"/>
          </a:xfrm>
          <a:prstGeom prst="rect">
            <a:avLst/>
          </a:prstGeom>
        </p:spPr>
      </p:pic>
      <p:sp>
        <p:nvSpPr>
          <p:cNvPr id="6" name="标题 5"/>
          <p:cNvSpPr>
            <a:spLocks noGrp="1"/>
          </p:cNvSpPr>
          <p:nvPr>
            <p:ph type="title"/>
          </p:nvPr>
        </p:nvSpPr>
        <p:spPr>
          <a:xfrm>
            <a:off x="660400" y="320813"/>
            <a:ext cx="10858500" cy="707886"/>
          </a:xfrm>
        </p:spPr>
        <p:txBody>
          <a:bodyPr/>
          <a:lstStyle/>
          <a:p>
            <a:pPr marL="571500" indent="-571500">
              <a:buFont typeface="Wingdings" panose="05000000000000000000" pitchFamily="2" charset="2"/>
              <a:buChar char="u"/>
            </a:pPr>
            <a:r>
              <a:rPr lang="zh-CN" altLang="en-US" sz="4000" dirty="0"/>
              <a:t>人工智能发展历程</a:t>
            </a:r>
          </a:p>
        </p:txBody>
      </p:sp>
      <p:sp>
        <p:nvSpPr>
          <p:cNvPr id="13" name="任意多边形: 形状 12"/>
          <p:cNvSpPr/>
          <p:nvPr/>
        </p:nvSpPr>
        <p:spPr>
          <a:xfrm>
            <a:off x="114300" y="1099457"/>
            <a:ext cx="12094029" cy="5317672"/>
          </a:xfrm>
          <a:custGeom>
            <a:avLst/>
            <a:gdLst>
              <a:gd name="connsiteX0" fmla="*/ 0 w 12094029"/>
              <a:gd name="connsiteY0" fmla="*/ 5317672 h 5317672"/>
              <a:gd name="connsiteX1" fmla="*/ 2177143 w 12094029"/>
              <a:gd name="connsiteY1" fmla="*/ 3254829 h 5317672"/>
              <a:gd name="connsiteX2" fmla="*/ 4680857 w 12094029"/>
              <a:gd name="connsiteY2" fmla="*/ 4103914 h 5317672"/>
              <a:gd name="connsiteX3" fmla="*/ 6379029 w 12094029"/>
              <a:gd name="connsiteY3" fmla="*/ 2514600 h 5317672"/>
              <a:gd name="connsiteX4" fmla="*/ 8153400 w 12094029"/>
              <a:gd name="connsiteY4" fmla="*/ 3831772 h 5317672"/>
              <a:gd name="connsiteX5" fmla="*/ 10417629 w 12094029"/>
              <a:gd name="connsiteY5" fmla="*/ 751114 h 5317672"/>
              <a:gd name="connsiteX6" fmla="*/ 12094029 w 12094029"/>
              <a:gd name="connsiteY6" fmla="*/ 0 h 5317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94029" h="5317672">
                <a:moveTo>
                  <a:pt x="0" y="5317672"/>
                </a:moveTo>
                <a:cubicBezTo>
                  <a:pt x="698500" y="4387397"/>
                  <a:pt x="1397000" y="3457122"/>
                  <a:pt x="2177143" y="3254829"/>
                </a:cubicBezTo>
                <a:cubicBezTo>
                  <a:pt x="2957286" y="3052536"/>
                  <a:pt x="3980543" y="4227285"/>
                  <a:pt x="4680857" y="4103914"/>
                </a:cubicBezTo>
                <a:cubicBezTo>
                  <a:pt x="5381171" y="3980543"/>
                  <a:pt x="5800272" y="2559957"/>
                  <a:pt x="6379029" y="2514600"/>
                </a:cubicBezTo>
                <a:cubicBezTo>
                  <a:pt x="6957786" y="2469243"/>
                  <a:pt x="7480300" y="4125686"/>
                  <a:pt x="8153400" y="3831772"/>
                </a:cubicBezTo>
                <a:cubicBezTo>
                  <a:pt x="8826500" y="3537858"/>
                  <a:pt x="9760858" y="1389743"/>
                  <a:pt x="10417629" y="751114"/>
                </a:cubicBezTo>
                <a:cubicBezTo>
                  <a:pt x="11074401" y="112485"/>
                  <a:pt x="11823701" y="119743"/>
                  <a:pt x="12094029" y="0"/>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14" name="椭圆 13"/>
          <p:cNvSpPr/>
          <p:nvPr/>
        </p:nvSpPr>
        <p:spPr>
          <a:xfrm>
            <a:off x="424543" y="5725886"/>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197599" y="3522436"/>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5007428" y="4907642"/>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2830286" y="4303485"/>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438399" y="4185557"/>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204686" y="4836886"/>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1108872" y="1251857"/>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8619672" y="4406898"/>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968829" y="5072743"/>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9112249" y="3697511"/>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8899071" y="4017734"/>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9764486" y="2663371"/>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0613571" y="1558472"/>
            <a:ext cx="235857" cy="235857"/>
          </a:xfrm>
          <a:prstGeom prst="ellipse">
            <a:avLst/>
          </a:prstGeom>
          <a:solidFill>
            <a:srgbClr val="B2DEDD"/>
          </a:solidFill>
          <a:ln>
            <a:solidFill>
              <a:srgbClr val="93D1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a:stCxn id="14" idx="6"/>
          </p:cNvCxnSpPr>
          <p:nvPr/>
        </p:nvCxnSpPr>
        <p:spPr>
          <a:xfrm>
            <a:off x="660400" y="5843815"/>
            <a:ext cx="780143"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31" name="直接连接符 30"/>
          <p:cNvCxnSpPr/>
          <p:nvPr/>
        </p:nvCxnSpPr>
        <p:spPr>
          <a:xfrm flipV="1">
            <a:off x="1086757" y="5190671"/>
            <a:ext cx="901696" cy="4536"/>
          </a:xfrm>
          <a:prstGeom prst="line">
            <a:avLst/>
          </a:prstGeom>
        </p:spPr>
        <p:style>
          <a:lnRef idx="3">
            <a:schemeClr val="accent1"/>
          </a:lnRef>
          <a:fillRef idx="0">
            <a:schemeClr val="accent1"/>
          </a:fillRef>
          <a:effectRef idx="2">
            <a:schemeClr val="accent1"/>
          </a:effectRef>
          <a:fontRef idx="minor">
            <a:schemeClr val="tx1"/>
          </a:fontRef>
        </p:style>
      </p:cxnSp>
      <p:cxnSp>
        <p:nvCxnSpPr>
          <p:cNvPr id="32" name="直接连接符 31"/>
          <p:cNvCxnSpPr/>
          <p:nvPr/>
        </p:nvCxnSpPr>
        <p:spPr>
          <a:xfrm>
            <a:off x="6323690" y="3025392"/>
            <a:ext cx="0" cy="610436"/>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直接连接符 33"/>
          <p:cNvCxnSpPr/>
          <p:nvPr/>
        </p:nvCxnSpPr>
        <p:spPr>
          <a:xfrm flipV="1">
            <a:off x="7653563" y="3815439"/>
            <a:ext cx="1576614" cy="9072"/>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直接连接符 34"/>
          <p:cNvCxnSpPr/>
          <p:nvPr/>
        </p:nvCxnSpPr>
        <p:spPr>
          <a:xfrm>
            <a:off x="9764486" y="1671455"/>
            <a:ext cx="966106" cy="4945"/>
          </a:xfrm>
          <a:prstGeom prst="line">
            <a:avLst/>
          </a:prstGeom>
        </p:spPr>
        <p:style>
          <a:lnRef idx="3">
            <a:schemeClr val="accent1"/>
          </a:lnRef>
          <a:fillRef idx="0">
            <a:schemeClr val="accent1"/>
          </a:fillRef>
          <a:effectRef idx="2">
            <a:schemeClr val="accent1"/>
          </a:effectRef>
          <a:fontRef idx="minor">
            <a:schemeClr val="tx1"/>
          </a:fontRef>
        </p:style>
      </p:cxnSp>
      <p:cxnSp>
        <p:nvCxnSpPr>
          <p:cNvPr id="39" name="直接连接符 38"/>
          <p:cNvCxnSpPr/>
          <p:nvPr/>
        </p:nvCxnSpPr>
        <p:spPr>
          <a:xfrm flipH="1" flipV="1">
            <a:off x="1315809" y="4351429"/>
            <a:ext cx="6805" cy="603385"/>
          </a:xfrm>
          <a:prstGeom prst="line">
            <a:avLst/>
          </a:prstGeom>
        </p:spPr>
        <p:style>
          <a:lnRef idx="3">
            <a:schemeClr val="accent1"/>
          </a:lnRef>
          <a:fillRef idx="0">
            <a:schemeClr val="accent1"/>
          </a:fillRef>
          <a:effectRef idx="2">
            <a:schemeClr val="accent1"/>
          </a:effectRef>
          <a:fontRef idx="minor">
            <a:schemeClr val="tx1"/>
          </a:fontRef>
        </p:style>
      </p:cxnSp>
      <p:cxnSp>
        <p:nvCxnSpPr>
          <p:cNvPr id="40" name="直接连接符 39"/>
          <p:cNvCxnSpPr/>
          <p:nvPr/>
        </p:nvCxnSpPr>
        <p:spPr>
          <a:xfrm flipV="1">
            <a:off x="2569024" y="1705272"/>
            <a:ext cx="0" cy="2630877"/>
          </a:xfrm>
          <a:prstGeom prst="line">
            <a:avLst/>
          </a:prstGeom>
        </p:spPr>
        <p:style>
          <a:lnRef idx="3">
            <a:schemeClr val="accent1"/>
          </a:lnRef>
          <a:fillRef idx="0">
            <a:schemeClr val="accent1"/>
          </a:fillRef>
          <a:effectRef idx="2">
            <a:schemeClr val="accent1"/>
          </a:effectRef>
          <a:fontRef idx="minor">
            <a:schemeClr val="tx1"/>
          </a:fontRef>
        </p:style>
      </p:cxnSp>
      <p:cxnSp>
        <p:nvCxnSpPr>
          <p:cNvPr id="41" name="直接连接符 40"/>
          <p:cNvCxnSpPr/>
          <p:nvPr/>
        </p:nvCxnSpPr>
        <p:spPr>
          <a:xfrm flipV="1">
            <a:off x="2948214" y="3758293"/>
            <a:ext cx="0" cy="663120"/>
          </a:xfrm>
          <a:prstGeom prst="line">
            <a:avLst/>
          </a:prstGeom>
        </p:spPr>
        <p:style>
          <a:lnRef idx="3">
            <a:schemeClr val="accent1"/>
          </a:lnRef>
          <a:fillRef idx="0">
            <a:schemeClr val="accent1"/>
          </a:fillRef>
          <a:effectRef idx="2">
            <a:schemeClr val="accent1"/>
          </a:effectRef>
          <a:fontRef idx="minor">
            <a:schemeClr val="tx1"/>
          </a:fontRef>
        </p:style>
      </p:cxnSp>
      <p:cxnSp>
        <p:nvCxnSpPr>
          <p:cNvPr id="42" name="直接连接符 41"/>
          <p:cNvCxnSpPr/>
          <p:nvPr/>
        </p:nvCxnSpPr>
        <p:spPr>
          <a:xfrm flipH="1">
            <a:off x="5125356" y="5025570"/>
            <a:ext cx="2589897"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45" name="直接连接符 44"/>
          <p:cNvCxnSpPr/>
          <p:nvPr/>
        </p:nvCxnSpPr>
        <p:spPr>
          <a:xfrm flipV="1">
            <a:off x="8737600" y="4524826"/>
            <a:ext cx="0" cy="783774"/>
          </a:xfrm>
          <a:prstGeom prst="line">
            <a:avLst/>
          </a:prstGeom>
        </p:spPr>
        <p:style>
          <a:lnRef idx="3">
            <a:schemeClr val="accent1"/>
          </a:lnRef>
          <a:fillRef idx="0">
            <a:schemeClr val="accent1"/>
          </a:fillRef>
          <a:effectRef idx="2">
            <a:schemeClr val="accent1"/>
          </a:effectRef>
          <a:fontRef idx="minor">
            <a:schemeClr val="tx1"/>
          </a:fontRef>
        </p:style>
      </p:cxnSp>
      <p:cxnSp>
        <p:nvCxnSpPr>
          <p:cNvPr id="47" name="直接连接符 46"/>
          <p:cNvCxnSpPr/>
          <p:nvPr/>
        </p:nvCxnSpPr>
        <p:spPr>
          <a:xfrm flipV="1">
            <a:off x="9016999" y="4135662"/>
            <a:ext cx="0" cy="2173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8" name="直接连接符 47"/>
          <p:cNvCxnSpPr/>
          <p:nvPr/>
        </p:nvCxnSpPr>
        <p:spPr>
          <a:xfrm flipV="1">
            <a:off x="9882414" y="2775852"/>
            <a:ext cx="0" cy="711205"/>
          </a:xfrm>
          <a:prstGeom prst="line">
            <a:avLst/>
          </a:prstGeom>
        </p:spPr>
        <p:style>
          <a:lnRef idx="3">
            <a:schemeClr val="accent1"/>
          </a:lnRef>
          <a:fillRef idx="0">
            <a:schemeClr val="accent1"/>
          </a:fillRef>
          <a:effectRef idx="2">
            <a:schemeClr val="accent1"/>
          </a:effectRef>
          <a:fontRef idx="minor">
            <a:schemeClr val="tx1"/>
          </a:fontRef>
        </p:style>
      </p:cxnSp>
      <p:cxnSp>
        <p:nvCxnSpPr>
          <p:cNvPr id="49" name="直接连接符 48"/>
          <p:cNvCxnSpPr/>
          <p:nvPr/>
        </p:nvCxnSpPr>
        <p:spPr>
          <a:xfrm flipV="1">
            <a:off x="11226800" y="1369785"/>
            <a:ext cx="0" cy="698501"/>
          </a:xfrm>
          <a:prstGeom prst="line">
            <a:avLst/>
          </a:prstGeom>
        </p:spPr>
        <p:style>
          <a:lnRef idx="3">
            <a:schemeClr val="accent1"/>
          </a:lnRef>
          <a:fillRef idx="0">
            <a:schemeClr val="accent1"/>
          </a:fillRef>
          <a:effectRef idx="2">
            <a:schemeClr val="accent1"/>
          </a:effectRef>
          <a:fontRef idx="minor">
            <a:schemeClr val="tx1"/>
          </a:fontRef>
        </p:style>
      </p:cxnSp>
      <p:sp>
        <p:nvSpPr>
          <p:cNvPr id="50" name="文本框 49"/>
          <p:cNvSpPr txBox="1"/>
          <p:nvPr/>
        </p:nvSpPr>
        <p:spPr>
          <a:xfrm>
            <a:off x="5474155" y="3025392"/>
            <a:ext cx="862688" cy="461665"/>
          </a:xfrm>
          <a:prstGeom prst="rect">
            <a:avLst/>
          </a:prstGeom>
          <a:noFill/>
        </p:spPr>
        <p:txBody>
          <a:bodyPr wrap="square" rtlCol="0">
            <a:spAutoFit/>
          </a:bodyPr>
          <a:lstStyle/>
          <a:p>
            <a:r>
              <a:rPr lang="en-US" altLang="zh-CN" sz="2400" dirty="0">
                <a:solidFill>
                  <a:srgbClr val="F8CA60"/>
                </a:solidFill>
              </a:rPr>
              <a:t>1986</a:t>
            </a:r>
            <a:endParaRPr lang="zh-CN" altLang="en-US" sz="2400" dirty="0">
              <a:solidFill>
                <a:srgbClr val="F8CA60"/>
              </a:solidFill>
            </a:endParaRPr>
          </a:p>
        </p:txBody>
      </p:sp>
      <p:sp>
        <p:nvSpPr>
          <p:cNvPr id="52" name="文本框 51"/>
          <p:cNvSpPr txBox="1"/>
          <p:nvPr/>
        </p:nvSpPr>
        <p:spPr>
          <a:xfrm>
            <a:off x="1116693" y="5154666"/>
            <a:ext cx="862688" cy="461665"/>
          </a:xfrm>
          <a:prstGeom prst="rect">
            <a:avLst/>
          </a:prstGeom>
          <a:noFill/>
        </p:spPr>
        <p:txBody>
          <a:bodyPr wrap="square" rtlCol="0">
            <a:spAutoFit/>
          </a:bodyPr>
          <a:lstStyle/>
          <a:p>
            <a:r>
              <a:rPr lang="en-US" altLang="zh-CN" sz="2400" dirty="0">
                <a:solidFill>
                  <a:srgbClr val="F8CA60"/>
                </a:solidFill>
              </a:rPr>
              <a:t>1956</a:t>
            </a:r>
            <a:endParaRPr lang="zh-CN" altLang="en-US" sz="2400" dirty="0">
              <a:solidFill>
                <a:srgbClr val="F8CA60"/>
              </a:solidFill>
            </a:endParaRPr>
          </a:p>
        </p:txBody>
      </p:sp>
      <p:sp>
        <p:nvSpPr>
          <p:cNvPr id="53" name="文本框 52"/>
          <p:cNvSpPr txBox="1"/>
          <p:nvPr/>
        </p:nvSpPr>
        <p:spPr>
          <a:xfrm>
            <a:off x="453121" y="4351429"/>
            <a:ext cx="862688" cy="461665"/>
          </a:xfrm>
          <a:prstGeom prst="rect">
            <a:avLst/>
          </a:prstGeom>
          <a:noFill/>
        </p:spPr>
        <p:txBody>
          <a:bodyPr wrap="square" rtlCol="0">
            <a:spAutoFit/>
          </a:bodyPr>
          <a:lstStyle/>
          <a:p>
            <a:r>
              <a:rPr lang="en-US" altLang="zh-CN" sz="2400" dirty="0">
                <a:solidFill>
                  <a:srgbClr val="F8CA60"/>
                </a:solidFill>
              </a:rPr>
              <a:t>1957</a:t>
            </a:r>
            <a:endParaRPr lang="zh-CN" altLang="en-US" sz="2400" dirty="0">
              <a:solidFill>
                <a:srgbClr val="F8CA60"/>
              </a:solidFill>
            </a:endParaRPr>
          </a:p>
        </p:txBody>
      </p:sp>
      <p:sp>
        <p:nvSpPr>
          <p:cNvPr id="54" name="文本框 53"/>
          <p:cNvSpPr txBox="1"/>
          <p:nvPr/>
        </p:nvSpPr>
        <p:spPr>
          <a:xfrm>
            <a:off x="1733420" y="1886365"/>
            <a:ext cx="862688" cy="461665"/>
          </a:xfrm>
          <a:prstGeom prst="rect">
            <a:avLst/>
          </a:prstGeom>
          <a:noFill/>
        </p:spPr>
        <p:txBody>
          <a:bodyPr wrap="square" rtlCol="0">
            <a:spAutoFit/>
          </a:bodyPr>
          <a:lstStyle/>
          <a:p>
            <a:r>
              <a:rPr lang="en-US" altLang="zh-CN" sz="2400" dirty="0">
                <a:solidFill>
                  <a:srgbClr val="F8CA60"/>
                </a:solidFill>
              </a:rPr>
              <a:t>1969</a:t>
            </a:r>
            <a:endParaRPr lang="zh-CN" altLang="en-US" sz="2400" dirty="0">
              <a:solidFill>
                <a:srgbClr val="F8CA60"/>
              </a:solidFill>
            </a:endParaRPr>
          </a:p>
        </p:txBody>
      </p:sp>
      <p:sp>
        <p:nvSpPr>
          <p:cNvPr id="55" name="文本框 54"/>
          <p:cNvSpPr txBox="1"/>
          <p:nvPr/>
        </p:nvSpPr>
        <p:spPr>
          <a:xfrm>
            <a:off x="2948214" y="3824511"/>
            <a:ext cx="862688" cy="461665"/>
          </a:xfrm>
          <a:prstGeom prst="rect">
            <a:avLst/>
          </a:prstGeom>
          <a:noFill/>
        </p:spPr>
        <p:txBody>
          <a:bodyPr wrap="square" rtlCol="0">
            <a:spAutoFit/>
          </a:bodyPr>
          <a:lstStyle/>
          <a:p>
            <a:r>
              <a:rPr lang="en-US" altLang="zh-CN" sz="2400" dirty="0">
                <a:solidFill>
                  <a:srgbClr val="F8CA60"/>
                </a:solidFill>
              </a:rPr>
              <a:t>1973</a:t>
            </a:r>
            <a:endParaRPr lang="zh-CN" altLang="en-US" sz="2400" dirty="0">
              <a:solidFill>
                <a:srgbClr val="F8CA60"/>
              </a:solidFill>
            </a:endParaRPr>
          </a:p>
        </p:txBody>
      </p:sp>
      <p:sp>
        <p:nvSpPr>
          <p:cNvPr id="56" name="文本框 55"/>
          <p:cNvSpPr txBox="1"/>
          <p:nvPr/>
        </p:nvSpPr>
        <p:spPr>
          <a:xfrm>
            <a:off x="5421855" y="4606053"/>
            <a:ext cx="862688" cy="461665"/>
          </a:xfrm>
          <a:prstGeom prst="rect">
            <a:avLst/>
          </a:prstGeom>
          <a:noFill/>
        </p:spPr>
        <p:txBody>
          <a:bodyPr wrap="square" rtlCol="0">
            <a:spAutoFit/>
          </a:bodyPr>
          <a:lstStyle/>
          <a:p>
            <a:r>
              <a:rPr lang="en-US" altLang="zh-CN" sz="2400" dirty="0">
                <a:solidFill>
                  <a:srgbClr val="F8CA60"/>
                </a:solidFill>
              </a:rPr>
              <a:t>1982</a:t>
            </a:r>
            <a:endParaRPr lang="zh-CN" altLang="en-US" sz="2400" dirty="0">
              <a:solidFill>
                <a:srgbClr val="F8CA60"/>
              </a:solidFill>
            </a:endParaRPr>
          </a:p>
        </p:txBody>
      </p:sp>
      <p:sp>
        <p:nvSpPr>
          <p:cNvPr id="57" name="文本框 56"/>
          <p:cNvSpPr txBox="1"/>
          <p:nvPr/>
        </p:nvSpPr>
        <p:spPr>
          <a:xfrm>
            <a:off x="629116" y="5801668"/>
            <a:ext cx="862688" cy="461665"/>
          </a:xfrm>
          <a:prstGeom prst="rect">
            <a:avLst/>
          </a:prstGeom>
          <a:noFill/>
        </p:spPr>
        <p:txBody>
          <a:bodyPr wrap="square" rtlCol="0">
            <a:spAutoFit/>
          </a:bodyPr>
          <a:lstStyle/>
          <a:p>
            <a:r>
              <a:rPr lang="en-US" altLang="zh-CN" sz="2400" dirty="0">
                <a:solidFill>
                  <a:srgbClr val="F8CA60"/>
                </a:solidFill>
              </a:rPr>
              <a:t>1950</a:t>
            </a:r>
            <a:endParaRPr lang="zh-CN" altLang="en-US" sz="2400" dirty="0">
              <a:solidFill>
                <a:srgbClr val="F8CA60"/>
              </a:solidFill>
            </a:endParaRPr>
          </a:p>
        </p:txBody>
      </p:sp>
      <p:sp>
        <p:nvSpPr>
          <p:cNvPr id="58" name="文本框 57"/>
          <p:cNvSpPr txBox="1"/>
          <p:nvPr/>
        </p:nvSpPr>
        <p:spPr>
          <a:xfrm>
            <a:off x="7926168" y="4922642"/>
            <a:ext cx="862688" cy="461665"/>
          </a:xfrm>
          <a:prstGeom prst="rect">
            <a:avLst/>
          </a:prstGeom>
          <a:noFill/>
        </p:spPr>
        <p:txBody>
          <a:bodyPr wrap="square" rtlCol="0">
            <a:spAutoFit/>
          </a:bodyPr>
          <a:lstStyle/>
          <a:p>
            <a:r>
              <a:rPr lang="en-US" altLang="zh-CN" sz="2400" dirty="0">
                <a:solidFill>
                  <a:srgbClr val="F8CA60"/>
                </a:solidFill>
              </a:rPr>
              <a:t>1995</a:t>
            </a:r>
            <a:endParaRPr lang="zh-CN" altLang="en-US" sz="2400" dirty="0">
              <a:solidFill>
                <a:srgbClr val="F8CA60"/>
              </a:solidFill>
            </a:endParaRPr>
          </a:p>
        </p:txBody>
      </p:sp>
      <p:sp>
        <p:nvSpPr>
          <p:cNvPr id="59" name="文本框 58"/>
          <p:cNvSpPr txBox="1"/>
          <p:nvPr/>
        </p:nvSpPr>
        <p:spPr>
          <a:xfrm>
            <a:off x="9016999" y="5476513"/>
            <a:ext cx="862688" cy="461665"/>
          </a:xfrm>
          <a:prstGeom prst="rect">
            <a:avLst/>
          </a:prstGeom>
          <a:noFill/>
        </p:spPr>
        <p:txBody>
          <a:bodyPr wrap="square" rtlCol="0">
            <a:spAutoFit/>
          </a:bodyPr>
          <a:lstStyle/>
          <a:p>
            <a:r>
              <a:rPr lang="en-US" altLang="zh-CN" sz="2400" dirty="0">
                <a:solidFill>
                  <a:srgbClr val="F8CA60"/>
                </a:solidFill>
              </a:rPr>
              <a:t>1997</a:t>
            </a:r>
            <a:endParaRPr lang="zh-CN" altLang="en-US" sz="2400" dirty="0">
              <a:solidFill>
                <a:srgbClr val="F8CA60"/>
              </a:solidFill>
            </a:endParaRPr>
          </a:p>
        </p:txBody>
      </p:sp>
      <p:sp>
        <p:nvSpPr>
          <p:cNvPr id="60" name="文本框 59"/>
          <p:cNvSpPr txBox="1"/>
          <p:nvPr/>
        </p:nvSpPr>
        <p:spPr>
          <a:xfrm>
            <a:off x="7759214" y="3805289"/>
            <a:ext cx="862688" cy="461665"/>
          </a:xfrm>
          <a:prstGeom prst="rect">
            <a:avLst/>
          </a:prstGeom>
          <a:noFill/>
        </p:spPr>
        <p:txBody>
          <a:bodyPr wrap="square" rtlCol="0">
            <a:spAutoFit/>
          </a:bodyPr>
          <a:lstStyle/>
          <a:p>
            <a:r>
              <a:rPr lang="en-US" altLang="zh-CN" sz="2400" dirty="0">
                <a:solidFill>
                  <a:srgbClr val="F8CA60"/>
                </a:solidFill>
              </a:rPr>
              <a:t>1998</a:t>
            </a:r>
            <a:endParaRPr lang="zh-CN" altLang="en-US" sz="2400" dirty="0">
              <a:solidFill>
                <a:srgbClr val="F8CA60"/>
              </a:solidFill>
            </a:endParaRPr>
          </a:p>
        </p:txBody>
      </p:sp>
      <p:sp>
        <p:nvSpPr>
          <p:cNvPr id="61" name="文本框 60"/>
          <p:cNvSpPr txBox="1"/>
          <p:nvPr/>
        </p:nvSpPr>
        <p:spPr>
          <a:xfrm>
            <a:off x="9836592" y="2833980"/>
            <a:ext cx="862688" cy="461665"/>
          </a:xfrm>
          <a:prstGeom prst="rect">
            <a:avLst/>
          </a:prstGeom>
          <a:noFill/>
        </p:spPr>
        <p:txBody>
          <a:bodyPr wrap="square" rtlCol="0">
            <a:spAutoFit/>
          </a:bodyPr>
          <a:lstStyle/>
          <a:p>
            <a:r>
              <a:rPr lang="en-US" altLang="zh-CN" sz="2400" dirty="0">
                <a:solidFill>
                  <a:srgbClr val="F8CA60"/>
                </a:solidFill>
              </a:rPr>
              <a:t>2006</a:t>
            </a:r>
            <a:endParaRPr lang="zh-CN" altLang="en-US" sz="2400" dirty="0">
              <a:solidFill>
                <a:srgbClr val="F8CA60"/>
              </a:solidFill>
            </a:endParaRPr>
          </a:p>
        </p:txBody>
      </p:sp>
      <p:sp>
        <p:nvSpPr>
          <p:cNvPr id="62" name="文本框 61"/>
          <p:cNvSpPr txBox="1"/>
          <p:nvPr/>
        </p:nvSpPr>
        <p:spPr>
          <a:xfrm>
            <a:off x="11209570" y="1558472"/>
            <a:ext cx="862688" cy="461665"/>
          </a:xfrm>
          <a:prstGeom prst="rect">
            <a:avLst/>
          </a:prstGeom>
          <a:noFill/>
        </p:spPr>
        <p:txBody>
          <a:bodyPr wrap="square" rtlCol="0">
            <a:spAutoFit/>
          </a:bodyPr>
          <a:lstStyle/>
          <a:p>
            <a:r>
              <a:rPr lang="en-US" altLang="zh-CN" sz="2400" dirty="0">
                <a:solidFill>
                  <a:srgbClr val="F8CA60"/>
                </a:solidFill>
              </a:rPr>
              <a:t>2015</a:t>
            </a:r>
            <a:endParaRPr lang="zh-CN" altLang="en-US" sz="2400" dirty="0">
              <a:solidFill>
                <a:srgbClr val="F8CA60"/>
              </a:solidFill>
            </a:endParaRPr>
          </a:p>
        </p:txBody>
      </p:sp>
      <p:sp>
        <p:nvSpPr>
          <p:cNvPr id="63" name="文本框 62"/>
          <p:cNvSpPr txBox="1"/>
          <p:nvPr/>
        </p:nvSpPr>
        <p:spPr>
          <a:xfrm>
            <a:off x="9750883" y="1268028"/>
            <a:ext cx="862688" cy="461665"/>
          </a:xfrm>
          <a:prstGeom prst="rect">
            <a:avLst/>
          </a:prstGeom>
          <a:noFill/>
        </p:spPr>
        <p:txBody>
          <a:bodyPr wrap="square" rtlCol="0">
            <a:spAutoFit/>
          </a:bodyPr>
          <a:lstStyle/>
          <a:p>
            <a:r>
              <a:rPr lang="en-US" altLang="zh-CN" sz="2400" dirty="0">
                <a:solidFill>
                  <a:srgbClr val="F8CA60"/>
                </a:solidFill>
              </a:rPr>
              <a:t>2012</a:t>
            </a:r>
            <a:endParaRPr lang="zh-CN" altLang="en-US" sz="2400" dirty="0">
              <a:solidFill>
                <a:srgbClr val="F8CA60"/>
              </a:solidFill>
            </a:endParaRPr>
          </a:p>
        </p:txBody>
      </p:sp>
      <p:sp>
        <p:nvSpPr>
          <p:cNvPr id="65" name="文本框 64"/>
          <p:cNvSpPr txBox="1"/>
          <p:nvPr/>
        </p:nvSpPr>
        <p:spPr>
          <a:xfrm>
            <a:off x="1456878" y="5661062"/>
            <a:ext cx="1415772" cy="461665"/>
          </a:xfrm>
          <a:prstGeom prst="rect">
            <a:avLst/>
          </a:prstGeom>
          <a:noFill/>
        </p:spPr>
        <p:txBody>
          <a:bodyPr wrap="none" rtlCol="0">
            <a:spAutoFit/>
          </a:bodyPr>
          <a:lstStyle/>
          <a:p>
            <a:r>
              <a:rPr lang="zh-CN" altLang="en-US" sz="2400" dirty="0"/>
              <a:t>图灵测试</a:t>
            </a:r>
          </a:p>
        </p:txBody>
      </p:sp>
      <p:sp>
        <p:nvSpPr>
          <p:cNvPr id="69" name="文本框 68"/>
          <p:cNvSpPr txBox="1"/>
          <p:nvPr/>
        </p:nvSpPr>
        <p:spPr>
          <a:xfrm>
            <a:off x="1968230" y="4933186"/>
            <a:ext cx="2109873" cy="461665"/>
          </a:xfrm>
          <a:prstGeom prst="rect">
            <a:avLst/>
          </a:prstGeom>
          <a:noFill/>
        </p:spPr>
        <p:txBody>
          <a:bodyPr wrap="none" rtlCol="0">
            <a:spAutoFit/>
          </a:bodyPr>
          <a:lstStyle/>
          <a:p>
            <a:r>
              <a:rPr lang="zh-CN" altLang="en-US" sz="2400" dirty="0"/>
              <a:t>达特茅斯会议</a:t>
            </a:r>
          </a:p>
        </p:txBody>
      </p:sp>
      <p:sp>
        <p:nvSpPr>
          <p:cNvPr id="73" name="文本框 72"/>
          <p:cNvSpPr txBox="1"/>
          <p:nvPr/>
        </p:nvSpPr>
        <p:spPr>
          <a:xfrm>
            <a:off x="801983" y="1168273"/>
            <a:ext cx="2028303" cy="830997"/>
          </a:xfrm>
          <a:prstGeom prst="rect">
            <a:avLst/>
          </a:prstGeom>
          <a:noFill/>
        </p:spPr>
        <p:txBody>
          <a:bodyPr wrap="square" rtlCol="0">
            <a:spAutoFit/>
          </a:bodyPr>
          <a:lstStyle/>
          <a:p>
            <a:r>
              <a:rPr lang="zh-CN" altLang="en-US" sz="2400" dirty="0"/>
              <a:t>感知器无法解决</a:t>
            </a:r>
            <a:r>
              <a:rPr lang="en-US" altLang="zh-CN" sz="2400" dirty="0"/>
              <a:t>XOR</a:t>
            </a:r>
            <a:r>
              <a:rPr lang="zh-CN" altLang="en-US" sz="2400" dirty="0"/>
              <a:t>问题</a:t>
            </a:r>
          </a:p>
        </p:txBody>
      </p:sp>
      <p:sp>
        <p:nvSpPr>
          <p:cNvPr id="86" name="文本框 85"/>
          <p:cNvSpPr txBox="1"/>
          <p:nvPr/>
        </p:nvSpPr>
        <p:spPr>
          <a:xfrm>
            <a:off x="429609" y="3918435"/>
            <a:ext cx="1107996" cy="461665"/>
          </a:xfrm>
          <a:prstGeom prst="rect">
            <a:avLst/>
          </a:prstGeom>
          <a:noFill/>
        </p:spPr>
        <p:txBody>
          <a:bodyPr wrap="none" rtlCol="0">
            <a:spAutoFit/>
          </a:bodyPr>
          <a:lstStyle/>
          <a:p>
            <a:r>
              <a:rPr lang="zh-CN" altLang="en-US" sz="2400" dirty="0"/>
              <a:t>感知器</a:t>
            </a:r>
          </a:p>
        </p:txBody>
      </p:sp>
      <p:sp>
        <p:nvSpPr>
          <p:cNvPr id="89" name="文本框 88"/>
          <p:cNvSpPr txBox="1"/>
          <p:nvPr/>
        </p:nvSpPr>
        <p:spPr>
          <a:xfrm>
            <a:off x="4933496" y="2561718"/>
            <a:ext cx="2650219" cy="461665"/>
          </a:xfrm>
          <a:prstGeom prst="rect">
            <a:avLst/>
          </a:prstGeom>
          <a:noFill/>
        </p:spPr>
        <p:txBody>
          <a:bodyPr wrap="square" rtlCol="0">
            <a:spAutoFit/>
          </a:bodyPr>
          <a:lstStyle/>
          <a:p>
            <a:r>
              <a:rPr lang="zh-CN" altLang="en-US" sz="2400" dirty="0"/>
              <a:t>反向传播算法</a:t>
            </a:r>
            <a:r>
              <a:rPr lang="en-US" altLang="zh-CN" sz="2400" dirty="0"/>
              <a:t>(BP)</a:t>
            </a:r>
            <a:endParaRPr lang="zh-CN" altLang="en-US" sz="2400" dirty="0"/>
          </a:p>
        </p:txBody>
      </p:sp>
      <p:sp>
        <p:nvSpPr>
          <p:cNvPr id="91" name="文本框 90"/>
          <p:cNvSpPr txBox="1"/>
          <p:nvPr/>
        </p:nvSpPr>
        <p:spPr>
          <a:xfrm rot="1680000">
            <a:off x="3310700" y="4605019"/>
            <a:ext cx="1420585" cy="369332"/>
          </a:xfrm>
          <a:prstGeom prst="rect">
            <a:avLst/>
          </a:prstGeom>
          <a:noFill/>
        </p:spPr>
        <p:txBody>
          <a:bodyPr wrap="square" rtlCol="0">
            <a:spAutoFit/>
          </a:bodyPr>
          <a:lstStyle/>
          <a:p>
            <a:r>
              <a:rPr lang="zh-CN" altLang="en-US" b="1" dirty="0">
                <a:solidFill>
                  <a:srgbClr val="0070C0"/>
                </a:solidFill>
              </a:rPr>
              <a:t>第一次寒冬</a:t>
            </a:r>
          </a:p>
        </p:txBody>
      </p:sp>
      <p:sp>
        <p:nvSpPr>
          <p:cNvPr id="93" name="文本框 92"/>
          <p:cNvSpPr txBox="1"/>
          <p:nvPr/>
        </p:nvSpPr>
        <p:spPr>
          <a:xfrm rot="3060000">
            <a:off x="6830787" y="4080305"/>
            <a:ext cx="1420585" cy="369332"/>
          </a:xfrm>
          <a:prstGeom prst="rect">
            <a:avLst/>
          </a:prstGeom>
          <a:noFill/>
        </p:spPr>
        <p:txBody>
          <a:bodyPr wrap="square" rtlCol="0">
            <a:spAutoFit/>
          </a:bodyPr>
          <a:lstStyle/>
          <a:p>
            <a:r>
              <a:rPr lang="zh-CN" altLang="en-US" b="1" dirty="0">
                <a:solidFill>
                  <a:srgbClr val="0070C0"/>
                </a:solidFill>
              </a:rPr>
              <a:t>第二次寒冬</a:t>
            </a:r>
          </a:p>
        </p:txBody>
      </p:sp>
      <p:sp>
        <p:nvSpPr>
          <p:cNvPr id="96" name="文本框 95"/>
          <p:cNvSpPr txBox="1"/>
          <p:nvPr/>
        </p:nvSpPr>
        <p:spPr>
          <a:xfrm>
            <a:off x="5978110" y="4998778"/>
            <a:ext cx="1889094" cy="830997"/>
          </a:xfrm>
          <a:prstGeom prst="rect">
            <a:avLst/>
          </a:prstGeom>
          <a:noFill/>
        </p:spPr>
        <p:txBody>
          <a:bodyPr wrap="square" rtlCol="0">
            <a:spAutoFit/>
          </a:bodyPr>
          <a:lstStyle/>
          <a:p>
            <a:r>
              <a:rPr lang="en-US" altLang="zh-CN" sz="2400" dirty="0"/>
              <a:t>Hopfield Net   </a:t>
            </a:r>
            <a:r>
              <a:rPr lang="zh-CN" altLang="en-US" sz="2400" dirty="0"/>
              <a:t>专家系统</a:t>
            </a:r>
          </a:p>
        </p:txBody>
      </p:sp>
      <p:sp>
        <p:nvSpPr>
          <p:cNvPr id="98" name="文本框 97"/>
          <p:cNvSpPr txBox="1"/>
          <p:nvPr/>
        </p:nvSpPr>
        <p:spPr>
          <a:xfrm>
            <a:off x="2624590" y="2868542"/>
            <a:ext cx="2543628" cy="830997"/>
          </a:xfrm>
          <a:prstGeom prst="rect">
            <a:avLst/>
          </a:prstGeom>
          <a:noFill/>
        </p:spPr>
        <p:txBody>
          <a:bodyPr wrap="square" rtlCol="0">
            <a:spAutoFit/>
          </a:bodyPr>
          <a:lstStyle/>
          <a:p>
            <a:r>
              <a:rPr lang="zh-CN" altLang="en-US" sz="2400" dirty="0"/>
              <a:t>著名的</a:t>
            </a:r>
            <a:r>
              <a:rPr lang="en-US" altLang="zh-CN" sz="2400" dirty="0"/>
              <a:t>《</a:t>
            </a:r>
            <a:r>
              <a:rPr lang="zh-CN" altLang="en-US" sz="2400" dirty="0"/>
              <a:t>莱特希尔报告</a:t>
            </a:r>
            <a:r>
              <a:rPr lang="en-US" altLang="zh-CN" sz="2400" dirty="0"/>
              <a:t>》</a:t>
            </a:r>
            <a:r>
              <a:rPr lang="zh-CN" altLang="en-US" sz="2400" dirty="0"/>
              <a:t>批判</a:t>
            </a:r>
            <a:r>
              <a:rPr lang="en-US" altLang="zh-CN" sz="2400" dirty="0"/>
              <a:t>AI</a:t>
            </a:r>
            <a:endParaRPr lang="zh-CN" altLang="en-US" sz="2400" dirty="0"/>
          </a:p>
        </p:txBody>
      </p:sp>
      <p:sp>
        <p:nvSpPr>
          <p:cNvPr id="101" name="文本框 100"/>
          <p:cNvSpPr txBox="1"/>
          <p:nvPr/>
        </p:nvSpPr>
        <p:spPr>
          <a:xfrm>
            <a:off x="8067952" y="5276497"/>
            <a:ext cx="862688" cy="461665"/>
          </a:xfrm>
          <a:prstGeom prst="rect">
            <a:avLst/>
          </a:prstGeom>
          <a:noFill/>
        </p:spPr>
        <p:txBody>
          <a:bodyPr wrap="square" rtlCol="0">
            <a:spAutoFit/>
          </a:bodyPr>
          <a:lstStyle/>
          <a:p>
            <a:r>
              <a:rPr lang="en-US" altLang="zh-CN" sz="2400" dirty="0"/>
              <a:t>SVM</a:t>
            </a:r>
          </a:p>
        </p:txBody>
      </p:sp>
      <p:sp>
        <p:nvSpPr>
          <p:cNvPr id="102" name="文本框 101"/>
          <p:cNvSpPr txBox="1"/>
          <p:nvPr/>
        </p:nvSpPr>
        <p:spPr>
          <a:xfrm>
            <a:off x="9037392" y="5820338"/>
            <a:ext cx="2543628" cy="461665"/>
          </a:xfrm>
          <a:prstGeom prst="rect">
            <a:avLst/>
          </a:prstGeom>
          <a:noFill/>
        </p:spPr>
        <p:txBody>
          <a:bodyPr wrap="square" rtlCol="0">
            <a:spAutoFit/>
          </a:bodyPr>
          <a:lstStyle/>
          <a:p>
            <a:r>
              <a:rPr lang="zh-CN" altLang="en-US" sz="2400" dirty="0"/>
              <a:t>深蓝战胜</a:t>
            </a:r>
          </a:p>
        </p:txBody>
      </p:sp>
      <p:sp>
        <p:nvSpPr>
          <p:cNvPr id="103" name="文本框 102"/>
          <p:cNvSpPr txBox="1"/>
          <p:nvPr/>
        </p:nvSpPr>
        <p:spPr>
          <a:xfrm>
            <a:off x="7629537" y="3014862"/>
            <a:ext cx="1764391" cy="830997"/>
          </a:xfrm>
          <a:prstGeom prst="rect">
            <a:avLst/>
          </a:prstGeom>
          <a:noFill/>
        </p:spPr>
        <p:txBody>
          <a:bodyPr wrap="square" rtlCol="0">
            <a:spAutoFit/>
          </a:bodyPr>
          <a:lstStyle/>
          <a:p>
            <a:r>
              <a:rPr lang="zh-CN" altLang="en-US" sz="2400" dirty="0"/>
              <a:t>卷积神经网络</a:t>
            </a:r>
            <a:r>
              <a:rPr lang="en-US" altLang="zh-CN" sz="2400" dirty="0"/>
              <a:t>LeNet-5</a:t>
            </a:r>
            <a:endParaRPr lang="zh-CN" altLang="en-US" sz="2400" dirty="0"/>
          </a:p>
        </p:txBody>
      </p:sp>
      <p:sp>
        <p:nvSpPr>
          <p:cNvPr id="104" name="文本框 103"/>
          <p:cNvSpPr txBox="1"/>
          <p:nvPr/>
        </p:nvSpPr>
        <p:spPr>
          <a:xfrm>
            <a:off x="9576915" y="3415436"/>
            <a:ext cx="2219414" cy="1200329"/>
          </a:xfrm>
          <a:prstGeom prst="rect">
            <a:avLst/>
          </a:prstGeom>
          <a:noFill/>
        </p:spPr>
        <p:txBody>
          <a:bodyPr wrap="square" rtlCol="0">
            <a:spAutoFit/>
          </a:bodyPr>
          <a:lstStyle/>
          <a:p>
            <a:r>
              <a:rPr lang="en-US" altLang="zh-CN" sz="2400" dirty="0"/>
              <a:t>Hinton</a:t>
            </a:r>
            <a:r>
              <a:rPr lang="zh-CN" altLang="en-US" sz="2400" dirty="0"/>
              <a:t>在</a:t>
            </a:r>
            <a:r>
              <a:rPr lang="en-US" altLang="zh-CN" sz="2400" dirty="0"/>
              <a:t>Science</a:t>
            </a:r>
            <a:r>
              <a:rPr lang="zh-CN" altLang="en-US" sz="2400" dirty="0"/>
              <a:t>上发表深度学习论文</a:t>
            </a:r>
          </a:p>
        </p:txBody>
      </p:sp>
      <p:sp>
        <p:nvSpPr>
          <p:cNvPr id="106" name="文本框 105"/>
          <p:cNvSpPr txBox="1"/>
          <p:nvPr/>
        </p:nvSpPr>
        <p:spPr>
          <a:xfrm>
            <a:off x="8793040" y="463906"/>
            <a:ext cx="2028302" cy="1200329"/>
          </a:xfrm>
          <a:prstGeom prst="rect">
            <a:avLst/>
          </a:prstGeom>
          <a:noFill/>
        </p:spPr>
        <p:txBody>
          <a:bodyPr wrap="square" rtlCol="0">
            <a:spAutoFit/>
          </a:bodyPr>
          <a:lstStyle/>
          <a:p>
            <a:r>
              <a:rPr lang="en-US" altLang="zh-CN" sz="2400" dirty="0" err="1"/>
              <a:t>AlexNet</a:t>
            </a:r>
            <a:r>
              <a:rPr lang="zh-CN" altLang="en-US" sz="2400" dirty="0"/>
              <a:t>赢得</a:t>
            </a:r>
            <a:r>
              <a:rPr lang="en-US" altLang="zh-CN" sz="2400" dirty="0"/>
              <a:t>ImageNet</a:t>
            </a:r>
            <a:r>
              <a:rPr lang="zh-CN" altLang="en-US" sz="2400" dirty="0"/>
              <a:t>比赛冠军</a:t>
            </a:r>
          </a:p>
        </p:txBody>
      </p:sp>
      <p:sp>
        <p:nvSpPr>
          <p:cNvPr id="107" name="文本框 106"/>
          <p:cNvSpPr txBox="1"/>
          <p:nvPr/>
        </p:nvSpPr>
        <p:spPr>
          <a:xfrm>
            <a:off x="10516187" y="2022260"/>
            <a:ext cx="1664927" cy="954107"/>
          </a:xfrm>
          <a:prstGeom prst="rect">
            <a:avLst/>
          </a:prstGeom>
          <a:noFill/>
        </p:spPr>
        <p:txBody>
          <a:bodyPr wrap="square" rtlCol="0">
            <a:spAutoFit/>
          </a:bodyPr>
          <a:lstStyle/>
          <a:p>
            <a:r>
              <a:rPr lang="zh-CN" altLang="en-US" sz="2800" b="1" dirty="0"/>
              <a:t>残差网络</a:t>
            </a:r>
            <a:r>
              <a:rPr lang="en-US" altLang="zh-CN" sz="2800" b="1" dirty="0"/>
              <a:t>ResNet</a:t>
            </a:r>
            <a:endParaRPr lang="zh-CN" altLang="en-US" sz="2800" b="1" dirty="0"/>
          </a:p>
        </p:txBody>
      </p:sp>
      <p:pic>
        <p:nvPicPr>
          <p:cNvPr id="113" name="图片 1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391" y="2279126"/>
            <a:ext cx="2603001" cy="1344884"/>
          </a:xfrm>
          <a:prstGeom prst="rect">
            <a:avLst/>
          </a:prstGeom>
        </p:spPr>
      </p:pic>
      <p:pic>
        <p:nvPicPr>
          <p:cNvPr id="115" name="图片 1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80822" y="1352851"/>
            <a:ext cx="1858548" cy="1334572"/>
          </a:xfrm>
          <a:prstGeom prst="rect">
            <a:avLst/>
          </a:prstGeom>
        </p:spPr>
      </p:pic>
      <p:pic>
        <p:nvPicPr>
          <p:cNvPr id="117" name="图片 1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76003" y="1147317"/>
            <a:ext cx="2370621" cy="1334572"/>
          </a:xfrm>
          <a:prstGeom prst="rect">
            <a:avLst/>
          </a:prstGeom>
        </p:spPr>
      </p:pic>
      <p:pic>
        <p:nvPicPr>
          <p:cNvPr id="119" name="图片 1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67952" y="5747260"/>
            <a:ext cx="3153091" cy="1927092"/>
          </a:xfrm>
          <a:prstGeom prst="rect">
            <a:avLst/>
          </a:prstGeom>
        </p:spPr>
      </p:pic>
      <p:pic>
        <p:nvPicPr>
          <p:cNvPr id="121" name="图片 120"/>
          <p:cNvPicPr>
            <a:picLocks noChangeAspect="1"/>
          </p:cNvPicPr>
          <p:nvPr/>
        </p:nvPicPr>
        <p:blipFill>
          <a:blip r:embed="rId7" cstate="print">
            <a:extLst>
              <a:ext uri="{BEBA8EAE-BF5A-486C-A8C5-ECC9F3942E4B}">
                <a14:imgProps xmlns:a14="http://schemas.microsoft.com/office/drawing/2010/main">
                  <a14:imgLayer r:embed="rId8">
                    <a14:imgEffect>
                      <a14:backgroundRemoval t="9896" b="89844" l="1706" r="99467">
                        <a14:foregroundMark x1="2985" y1="25521" x2="4691" y2="77865"/>
                        <a14:foregroundMark x1="4691" y1="77865" x2="9382" y2="68229"/>
                        <a14:foregroundMark x1="9382" y1="68229" x2="13859" y2="41146"/>
                        <a14:foregroundMark x1="13859" y1="41146" x2="13753" y2="30469"/>
                        <a14:foregroundMark x1="13753" y1="30469" x2="29104" y2="28385"/>
                        <a14:foregroundMark x1="29104" y1="28385" x2="19829" y2="26302"/>
                        <a14:foregroundMark x1="19829" y1="26302" x2="25373" y2="31510"/>
                        <a14:foregroundMark x1="25373" y1="31510" x2="30064" y2="23177"/>
                        <a14:foregroundMark x1="30064" y1="23177" x2="32942" y2="36719"/>
                        <a14:foregroundMark x1="32942" y1="36719" x2="49787" y2="39323"/>
                        <a14:foregroundMark x1="49787" y1="39323" x2="44989" y2="37240"/>
                        <a14:foregroundMark x1="44989" y1="37240" x2="53092" y2="41927"/>
                        <a14:foregroundMark x1="53092" y1="41927" x2="62047" y2="28125"/>
                        <a14:foregroundMark x1="62047" y1="28125" x2="54051" y2="18490"/>
                        <a14:foregroundMark x1="54051" y1="18490" x2="50533" y2="26302"/>
                        <a14:foregroundMark x1="50533" y1="26302" x2="54584" y2="43229"/>
                        <a14:foregroundMark x1="54584" y1="43229" x2="69616" y2="53906"/>
                        <a14:foregroundMark x1="69616" y1="53906" x2="79318" y2="36979"/>
                        <a14:foregroundMark x1="79318" y1="36979" x2="72388" y2="18490"/>
                        <a14:foregroundMark x1="72388" y1="18490" x2="64392" y2="16406"/>
                        <a14:foregroundMark x1="64392" y1="16406" x2="65458" y2="32031"/>
                        <a14:foregroundMark x1="65458" y1="32031" x2="80171" y2="41927"/>
                        <a14:foregroundMark x1="80171" y1="41927" x2="93284" y2="33333"/>
                        <a14:foregroundMark x1="93284" y1="33333" x2="89979" y2="19792"/>
                        <a14:foregroundMark x1="89979" y1="19792" x2="79638" y2="20052"/>
                        <a14:foregroundMark x1="79638" y1="20052" x2="88380" y2="30990"/>
                        <a14:foregroundMark x1="88380" y1="30990" x2="98934" y2="38281"/>
                        <a14:foregroundMark x1="98934" y1="38281" x2="98614" y2="50260"/>
                        <a14:foregroundMark x1="98614" y1="50260" x2="95629" y2="65885"/>
                        <a14:foregroundMark x1="95629" y1="65885" x2="88486" y2="80469"/>
                        <a14:foregroundMark x1="88486" y1="80469" x2="69936" y2="83854"/>
                        <a14:foregroundMark x1="69936" y1="83854" x2="52239" y2="72917"/>
                        <a14:foregroundMark x1="52239" y1="72917" x2="35928" y2="83073"/>
                        <a14:foregroundMark x1="35928" y1="83073" x2="15032" y2="77604"/>
                        <a14:foregroundMark x1="15032" y1="77604" x2="3945" y2="79688"/>
                        <a14:foregroundMark x1="3945" y1="79688" x2="213" y2="68490"/>
                        <a14:foregroundMark x1="213" y1="68490" x2="320" y2="36979"/>
                        <a14:foregroundMark x1="320" y1="36979" x2="1066" y2="49479"/>
                        <a14:foregroundMark x1="1066" y1="49479" x2="1706" y2="27604"/>
                        <a14:foregroundMark x1="1706" y1="27604" x2="10341" y2="21354"/>
                        <a14:foregroundMark x1="10341" y1="21354" x2="27399" y2="19271"/>
                        <a14:foregroundMark x1="30277" y1="27604" x2="44243" y2="23958"/>
                        <a14:foregroundMark x1="44243" y1="23958" x2="49787" y2="27344"/>
                        <a14:foregroundMark x1="49787" y1="27344" x2="52239" y2="33854"/>
                        <a14:foregroundMark x1="17058" y1="41927" x2="7996" y2="55469"/>
                        <a14:foregroundMark x1="7996" y1="55469" x2="5437" y2="72656"/>
                        <a14:foregroundMark x1="5437" y1="72656" x2="13539" y2="71875"/>
                        <a14:foregroundMark x1="13539" y1="71875" x2="21002" y2="52604"/>
                        <a14:foregroundMark x1="21002" y1="52604" x2="18870" y2="41146"/>
                        <a14:foregroundMark x1="18870" y1="41146" x2="16738" y2="41146"/>
                        <a14:foregroundMark x1="16205" y1="48438" x2="19829" y2="50781"/>
                        <a14:foregroundMark x1="8742" y1="67708" x2="8849" y2="66146"/>
                        <a14:foregroundMark x1="8955" y1="64063" x2="8955" y2="64063"/>
                        <a14:foregroundMark x1="70043" y1="17448" x2="81983" y2="23438"/>
                        <a14:foregroundMark x1="55117" y1="18750" x2="55117" y2="18750"/>
                        <a14:foregroundMark x1="55117" y1="18750" x2="63433" y2="22396"/>
                        <a14:foregroundMark x1="91898" y1="28125" x2="97015" y2="32552"/>
                        <a14:foregroundMark x1="97015" y1="32552" x2="99147" y2="46615"/>
                        <a14:foregroundMark x1="99147" y1="46615" x2="97655" y2="60156"/>
                        <a14:foregroundMark x1="97655" y1="60156" x2="91898" y2="70313"/>
                        <a14:foregroundMark x1="94776" y1="40104" x2="94136" y2="60677"/>
                        <a14:foregroundMark x1="96802" y1="34896" x2="99467" y2="33854"/>
                        <a14:backgroundMark x1="80171" y1="90625" x2="95842" y2="86719"/>
                        <a14:backgroundMark x1="95842" y1="86719" x2="98507" y2="87760"/>
                      </a14:backgroundRemoval>
                    </a14:imgEffect>
                  </a14:imgLayer>
                </a14:imgProps>
              </a:ext>
              <a:ext uri="{28A0092B-C50C-407E-A947-70E740481C1C}">
                <a14:useLocalDpi xmlns:a14="http://schemas.microsoft.com/office/drawing/2010/main" val="0"/>
              </a:ext>
            </a:extLst>
          </a:blip>
          <a:stretch>
            <a:fillRect/>
          </a:stretch>
        </p:blipFill>
        <p:spPr>
          <a:xfrm>
            <a:off x="7414913" y="1455175"/>
            <a:ext cx="2848317" cy="116604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a:t>
            </a:r>
            <a:r>
              <a:rPr lang="zh-CN" altLang="en-US" dirty="0"/>
              <a:t>残差网络</a:t>
            </a:r>
            <a:r>
              <a:rPr lang="en-US" altLang="zh-CN" dirty="0"/>
              <a:t>ResNet</a:t>
            </a:r>
            <a:endParaRPr lang="zh-CN" altLang="en-US" dirty="0"/>
          </a:p>
        </p:txBody>
      </p:sp>
      <p:sp>
        <p:nvSpPr>
          <p:cNvPr id="3" name="文本占位符 2"/>
          <p:cNvSpPr>
            <a:spLocks noGrp="1"/>
          </p:cNvSpPr>
          <p:nvPr>
            <p:ph type="body" idx="1"/>
          </p:nvPr>
        </p:nvSpPr>
        <p:spPr/>
        <p:txBody>
          <a:bodyPr/>
          <a:lstStyle/>
          <a:p>
            <a:r>
              <a:rPr lang="zh-CN" altLang="en-US" sz="2400" dirty="0">
                <a:solidFill>
                  <a:schemeClr val="accent2"/>
                </a:solidFill>
              </a:rPr>
              <a:t>诞生，成熟，发展</a:t>
            </a:r>
          </a:p>
        </p:txBody>
      </p:sp>
    </p:spTree>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320813"/>
            <a:ext cx="10858500" cy="707886"/>
          </a:xfrm>
        </p:spPr>
        <p:txBody>
          <a:bodyPr/>
          <a:lstStyle/>
          <a:p>
            <a:pPr marL="571500" indent="-571500">
              <a:buFont typeface="Wingdings" panose="05000000000000000000" pitchFamily="2" charset="2"/>
              <a:buChar char="u"/>
            </a:pPr>
            <a:r>
              <a:rPr lang="zh-CN" altLang="zh-CN" sz="4000" dirty="0"/>
              <a:t>深度学习的“深度”困境</a:t>
            </a:r>
            <a:endParaRPr lang="zh-CN" altLang="en-US" sz="4000" dirty="0"/>
          </a:p>
        </p:txBody>
      </p:sp>
      <p:sp>
        <p:nvSpPr>
          <p:cNvPr id="3" name="内容占位符 2"/>
          <p:cNvSpPr>
            <a:spLocks noGrp="1"/>
          </p:cNvSpPr>
          <p:nvPr>
            <p:ph idx="1"/>
          </p:nvPr>
        </p:nvSpPr>
        <p:spPr>
          <a:xfrm>
            <a:off x="797560" y="971550"/>
            <a:ext cx="10753725" cy="1320800"/>
          </a:xfrm>
        </p:spPr>
        <p:txBody>
          <a:bodyPr>
            <a:noAutofit/>
          </a:bodyPr>
          <a:lstStyle/>
          <a:p>
            <a:pPr marL="0" indent="0">
              <a:lnSpc>
                <a:spcPct val="150000"/>
              </a:lnSpc>
              <a:buNone/>
            </a:pPr>
            <a:r>
              <a:rPr lang="en-US" altLang="zh-CN" sz="700" dirty="0"/>
              <a:t>     </a:t>
            </a:r>
            <a:r>
              <a:rPr lang="en-US" altLang="zh-CN" sz="2400" b="1" dirty="0"/>
              <a:t> </a:t>
            </a:r>
            <a:r>
              <a:rPr lang="zh-CN" altLang="en-US" sz="2200" dirty="0">
                <a:solidFill>
                  <a:srgbClr val="68BFBD"/>
                </a:solidFill>
              </a:rPr>
              <a:t>人们普遍认为网络的深度越深，网络的效果会越好。</a:t>
            </a:r>
            <a:r>
              <a:rPr lang="en-US" altLang="zh-CN" sz="2200" dirty="0">
                <a:solidFill>
                  <a:srgbClr val="68BFBD"/>
                </a:solidFill>
              </a:rPr>
              <a:t> </a:t>
            </a:r>
            <a:r>
              <a:rPr lang="zh-CN" altLang="en-US" sz="2200" dirty="0">
                <a:solidFill>
                  <a:srgbClr val="68BFBD"/>
                </a:solidFill>
              </a:rPr>
              <a:t>但是随着人们的研究发现，更深的网络居然会使得网络效果变差，这也就是网络的退化，而</a:t>
            </a:r>
            <a:r>
              <a:rPr lang="zh-CN" altLang="en-US" sz="2200" dirty="0">
                <a:solidFill>
                  <a:srgbClr val="FF0000"/>
                </a:solidFill>
              </a:rPr>
              <a:t>梯度消失</a:t>
            </a:r>
            <a:r>
              <a:rPr lang="zh-CN" altLang="en-US" sz="2200" dirty="0">
                <a:solidFill>
                  <a:srgbClr val="68BFBD"/>
                </a:solidFill>
              </a:rPr>
              <a:t>则是</a:t>
            </a:r>
            <a:r>
              <a:rPr lang="zh-CN" altLang="en-US" sz="2200" b="1" dirty="0">
                <a:solidFill>
                  <a:srgbClr val="FF0000"/>
                </a:solidFill>
              </a:rPr>
              <a:t>网络退化</a:t>
            </a:r>
            <a:r>
              <a:rPr lang="zh-CN" altLang="en-US" sz="2200" dirty="0">
                <a:solidFill>
                  <a:srgbClr val="68BFBD"/>
                </a:solidFill>
              </a:rPr>
              <a:t>的一个重要表现。</a:t>
            </a:r>
            <a:r>
              <a:rPr lang="en-US" altLang="zh-CN" sz="2400" dirty="0">
                <a:solidFill>
                  <a:srgbClr val="68BFBD"/>
                </a:solidFill>
              </a:rPr>
              <a:t> </a:t>
            </a:r>
          </a:p>
        </p:txBody>
      </p:sp>
      <p:sp>
        <p:nvSpPr>
          <p:cNvPr id="5" name="文本框 4"/>
          <p:cNvSpPr txBox="1"/>
          <p:nvPr/>
        </p:nvSpPr>
        <p:spPr>
          <a:xfrm>
            <a:off x="660400" y="2680712"/>
            <a:ext cx="5105919" cy="3046988"/>
          </a:xfrm>
          <a:prstGeom prst="rect">
            <a:avLst/>
          </a:prstGeom>
          <a:noFill/>
        </p:spPr>
        <p:txBody>
          <a:bodyPr wrap="square" rtlCol="0">
            <a:spAutoFit/>
          </a:bodyPr>
          <a:lstStyle/>
          <a:p>
            <a:r>
              <a:rPr lang="en-US" altLang="zh-CN" sz="2400" dirty="0"/>
              <a:t>       </a:t>
            </a:r>
            <a:r>
              <a:rPr lang="zh-CN" altLang="zh-CN" sz="2400" dirty="0"/>
              <a:t>首先，让我们来考虑一个浅层的网络和在它的一个对照组，即在它的结构的基础上增加了一些深层的网络。对于更深的网络的一种构建方式为所增加的层都是恒等层，另外其他的层则完全复制浅层网络。这种结构的直观感受是我们所构建的深层网路的训练误差应该不会高于之前的浅层网络。</a:t>
            </a:r>
            <a:endParaRPr lang="zh-CN" altLang="en-US" sz="2400" dirty="0"/>
          </a:p>
        </p:txBody>
      </p:sp>
      <p:pic>
        <p:nvPicPr>
          <p:cNvPr id="1026"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404" y="2450841"/>
            <a:ext cx="5935803" cy="2651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320813"/>
            <a:ext cx="10858500" cy="707886"/>
          </a:xfrm>
        </p:spPr>
        <p:txBody>
          <a:bodyPr/>
          <a:lstStyle/>
          <a:p>
            <a:pPr marL="571500" indent="-571500">
              <a:buFont typeface="Wingdings" panose="05000000000000000000" pitchFamily="2" charset="2"/>
              <a:buChar char="u"/>
            </a:pPr>
            <a:r>
              <a:rPr lang="zh-CN" altLang="zh-CN" sz="4000" dirty="0"/>
              <a:t>深度学习的“深度”困境</a:t>
            </a:r>
            <a:endParaRPr lang="zh-CN" altLang="en-US" sz="4000" dirty="0"/>
          </a:p>
        </p:txBody>
      </p:sp>
      <p:sp>
        <p:nvSpPr>
          <p:cNvPr id="5" name="文本框 4"/>
          <p:cNvSpPr txBox="1"/>
          <p:nvPr/>
        </p:nvSpPr>
        <p:spPr>
          <a:xfrm>
            <a:off x="486230" y="2502977"/>
            <a:ext cx="5105919" cy="3046988"/>
          </a:xfrm>
          <a:prstGeom prst="rect">
            <a:avLst/>
          </a:prstGeom>
          <a:noFill/>
        </p:spPr>
        <p:txBody>
          <a:bodyPr wrap="square" rtlCol="0">
            <a:spAutoFit/>
          </a:bodyPr>
          <a:lstStyle/>
          <a:p>
            <a:r>
              <a:rPr lang="en-US" altLang="zh-CN" sz="2400" dirty="0"/>
              <a:t>  </a:t>
            </a:r>
            <a:r>
              <a:rPr lang="zh-CN" altLang="en-US" sz="2400" dirty="0"/>
              <a:t>     </a:t>
            </a:r>
            <a:r>
              <a:rPr lang="zh-CN" altLang="zh-CN" sz="2400" dirty="0"/>
              <a:t>实验的结果却告诉我们，我们所构建的深层网络在训练时很难得到跟浅层网络一样的或者高于浅层网络的结果（或者说无法在可控的一个时间范围内完成</a:t>
            </a:r>
            <a:r>
              <a:rPr lang="zh-CN" altLang="en-US" sz="2400" dirty="0"/>
              <a:t>）。</a:t>
            </a:r>
            <a:endParaRPr lang="en-US" altLang="zh-CN" sz="2400" dirty="0"/>
          </a:p>
          <a:p>
            <a:r>
              <a:rPr lang="en-US" altLang="zh-CN" sz="2400" dirty="0"/>
              <a:t>       </a:t>
            </a:r>
            <a:r>
              <a:rPr lang="zh-CN" altLang="zh-CN" sz="2400" dirty="0"/>
              <a:t>网络训练精度的退化问题让我们意识到并不是所有的网络都可以比较容易的进行优化。</a:t>
            </a:r>
            <a:endParaRPr lang="zh-CN" altLang="zh-CN" sz="3200" dirty="0"/>
          </a:p>
        </p:txBody>
      </p:sp>
      <p:pic>
        <p:nvPicPr>
          <p:cNvPr id="1026"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404" y="2450841"/>
            <a:ext cx="5935803" cy="2651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文本框 6"/>
          <p:cNvSpPr txBox="1"/>
          <p:nvPr/>
        </p:nvSpPr>
        <p:spPr>
          <a:xfrm>
            <a:off x="2871470" y="1607185"/>
            <a:ext cx="7070725" cy="583565"/>
          </a:xfrm>
          <a:prstGeom prst="rect">
            <a:avLst/>
          </a:prstGeom>
          <a:noFill/>
        </p:spPr>
        <p:txBody>
          <a:bodyPr wrap="square" rtlCol="0">
            <a:spAutoFit/>
          </a:bodyPr>
          <a:lstStyle/>
          <a:p>
            <a:r>
              <a:rPr lang="zh-CN" altLang="zh-CN" sz="3200" b="1" i="1" dirty="0">
                <a:solidFill>
                  <a:srgbClr val="3D6C87"/>
                </a:solidFill>
              </a:rPr>
              <a:t>退化问题（</a:t>
            </a:r>
            <a:r>
              <a:rPr lang="en-US" altLang="zh-CN" sz="3200" b="1" i="1" dirty="0">
                <a:solidFill>
                  <a:srgbClr val="3D6C87"/>
                </a:solidFill>
              </a:rPr>
              <a:t>Degradation Problem</a:t>
            </a:r>
            <a:r>
              <a:rPr lang="zh-CN" altLang="zh-CN" sz="3200" b="1" i="1" dirty="0">
                <a:solidFill>
                  <a:srgbClr val="3D6C87"/>
                </a:solidFill>
              </a:rPr>
              <a:t>）</a:t>
            </a:r>
            <a:endParaRPr lang="zh-CN" altLang="en-US" sz="3200" b="1" i="1" dirty="0">
              <a:solidFill>
                <a:srgbClr val="3D6C87"/>
              </a:solidFill>
            </a:endParaRP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320813"/>
            <a:ext cx="10858500" cy="707886"/>
          </a:xfrm>
        </p:spPr>
        <p:txBody>
          <a:bodyPr/>
          <a:lstStyle/>
          <a:p>
            <a:pPr marL="457200" indent="-457200">
              <a:buFont typeface="Wingdings" panose="05000000000000000000" pitchFamily="2" charset="2"/>
              <a:buChar char="u"/>
            </a:pPr>
            <a:r>
              <a:rPr lang="zh-CN" altLang="zh-CN" sz="4000" dirty="0"/>
              <a:t>深度学习的“深度”困境</a:t>
            </a:r>
            <a:endParaRPr lang="zh-CN" altLang="en-US" sz="4000" dirty="0"/>
          </a:p>
        </p:txBody>
      </p:sp>
      <p:sp>
        <p:nvSpPr>
          <p:cNvPr id="3" name="内容占位符 2"/>
          <p:cNvSpPr>
            <a:spLocks noGrp="1"/>
          </p:cNvSpPr>
          <p:nvPr>
            <p:ph idx="1"/>
          </p:nvPr>
        </p:nvSpPr>
        <p:spPr>
          <a:xfrm>
            <a:off x="554653" y="2632291"/>
            <a:ext cx="5740400" cy="3948901"/>
          </a:xfrm>
        </p:spPr>
        <p:txBody>
          <a:bodyPr>
            <a:noAutofit/>
          </a:bodyPr>
          <a:lstStyle/>
          <a:p>
            <a:pPr marL="0" indent="0">
              <a:buNone/>
            </a:pPr>
            <a:r>
              <a:rPr lang="zh-CN" altLang="en-US" sz="2400" dirty="0">
                <a:solidFill>
                  <a:srgbClr val="191B1F"/>
                </a:solidFill>
                <a:latin typeface="+mn-ea"/>
                <a:cs typeface="微软雅黑" panose="020B0503020204020204" pitchFamily="34" charset="-122"/>
              </a:rPr>
              <a:t>        其核心创新是</a:t>
            </a:r>
            <a:r>
              <a:rPr lang="zh-CN" altLang="en-US" sz="2400" b="1" i="1" dirty="0">
                <a:solidFill>
                  <a:schemeClr val="accent2"/>
                </a:solidFill>
                <a:latin typeface="+mn-ea"/>
                <a:cs typeface="微软雅黑" panose="020B0503020204020204" pitchFamily="34" charset="-122"/>
              </a:rPr>
              <a:t>残差块</a:t>
            </a:r>
            <a:r>
              <a:rPr lang="en-US" altLang="zh-CN" sz="2400" b="1" i="1" dirty="0">
                <a:solidFill>
                  <a:schemeClr val="accent2"/>
                </a:solidFill>
                <a:latin typeface="+mn-ea"/>
                <a:cs typeface="微软雅黑" panose="020B0503020204020204" pitchFamily="34" charset="-122"/>
              </a:rPr>
              <a:t>(Residual Block)</a:t>
            </a:r>
            <a:r>
              <a:rPr lang="zh-CN" altLang="en-US" sz="2400" dirty="0">
                <a:solidFill>
                  <a:srgbClr val="191B1F"/>
                </a:solidFill>
                <a:latin typeface="+mn-ea"/>
                <a:cs typeface="微软雅黑" panose="020B0503020204020204" pitchFamily="34" charset="-122"/>
              </a:rPr>
              <a:t>和</a:t>
            </a:r>
            <a:r>
              <a:rPr lang="zh-CN" altLang="en-US" sz="2400" b="1" i="1" dirty="0">
                <a:solidFill>
                  <a:schemeClr val="accent2"/>
                </a:solidFill>
                <a:latin typeface="+mn-ea"/>
                <a:cs typeface="微软雅黑" panose="020B0503020204020204" pitchFamily="34" charset="-122"/>
              </a:rPr>
              <a:t>跳跃连接（</a:t>
            </a:r>
            <a:r>
              <a:rPr lang="en-US" altLang="zh-CN" sz="2400" b="1" i="1" dirty="0">
                <a:solidFill>
                  <a:schemeClr val="accent2"/>
                </a:solidFill>
                <a:latin typeface="+mn-ea"/>
                <a:cs typeface="微软雅黑" panose="020B0503020204020204" pitchFamily="34" charset="-122"/>
              </a:rPr>
              <a:t>Skip Connection)</a:t>
            </a:r>
            <a:r>
              <a:rPr lang="zh-CN" altLang="en-US" sz="2400" dirty="0">
                <a:solidFill>
                  <a:srgbClr val="191B1F"/>
                </a:solidFill>
                <a:latin typeface="+mn-ea"/>
                <a:cs typeface="微软雅黑" panose="020B0503020204020204" pitchFamily="34" charset="-122"/>
              </a:rPr>
              <a:t>，</a:t>
            </a:r>
            <a:r>
              <a:rPr lang="en-US" altLang="zh-CN" sz="2400" dirty="0">
                <a:solidFill>
                  <a:srgbClr val="000000"/>
                </a:solidFill>
                <a:latin typeface="+mn-ea"/>
                <a:cs typeface="微软雅黑" panose="020B0503020204020204" pitchFamily="34" charset="-122"/>
              </a:rPr>
              <a:t>ResNet</a:t>
            </a:r>
            <a:r>
              <a:rPr lang="zh-CN" altLang="en-US" sz="2400" dirty="0">
                <a:solidFill>
                  <a:srgbClr val="000000"/>
                </a:solidFill>
                <a:latin typeface="+mn-ea"/>
                <a:cs typeface="微软雅黑" panose="020B0503020204020204" pitchFamily="34" charset="-122"/>
              </a:rPr>
              <a:t>有这样多个残差块堆叠而成，有几个不同规格的网络，最高能到</a:t>
            </a:r>
            <a:r>
              <a:rPr lang="en-US" altLang="zh-CN" sz="2400" dirty="0">
                <a:solidFill>
                  <a:srgbClr val="000000"/>
                </a:solidFill>
                <a:latin typeface="+mn-ea"/>
                <a:cs typeface="微软雅黑" panose="020B0503020204020204" pitchFamily="34" charset="-122"/>
              </a:rPr>
              <a:t>152</a:t>
            </a:r>
            <a:r>
              <a:rPr lang="zh-CN" altLang="en-US" sz="2400" dirty="0">
                <a:solidFill>
                  <a:srgbClr val="000000"/>
                </a:solidFill>
                <a:latin typeface="+mn-ea"/>
                <a:cs typeface="微软雅黑" panose="020B0503020204020204" pitchFamily="34" charset="-122"/>
              </a:rPr>
              <a:t>层，</a:t>
            </a:r>
            <a:r>
              <a:rPr lang="en-US" altLang="zh-CN" sz="2400" dirty="0">
                <a:solidFill>
                  <a:srgbClr val="191B1F"/>
                </a:solidFill>
                <a:latin typeface="+mn-ea"/>
                <a:cs typeface="微软雅黑" panose="020B0503020204020204" pitchFamily="34" charset="-122"/>
              </a:rPr>
              <a:t>ResNet </a:t>
            </a:r>
            <a:r>
              <a:rPr lang="zh-CN" altLang="en-US" sz="2400" dirty="0">
                <a:solidFill>
                  <a:srgbClr val="191B1F"/>
                </a:solidFill>
                <a:latin typeface="+mn-ea"/>
                <a:cs typeface="微软雅黑" panose="020B0503020204020204" pitchFamily="34" charset="-122"/>
              </a:rPr>
              <a:t>引入了残差块使用</a:t>
            </a:r>
            <a:r>
              <a:rPr lang="zh-CN" altLang="en-US" sz="2400" dirty="0">
                <a:solidFill>
                  <a:srgbClr val="000000"/>
                </a:solidFill>
                <a:latin typeface="+mn-ea"/>
                <a:cs typeface="微软雅黑" panose="020B0503020204020204" pitchFamily="34" charset="-122"/>
              </a:rPr>
              <a:t>跳跃连接</a:t>
            </a:r>
            <a:r>
              <a:rPr lang="zh-CN" altLang="en-US" sz="2400" dirty="0">
                <a:solidFill>
                  <a:srgbClr val="191B1F"/>
                </a:solidFill>
                <a:latin typeface="+mn-ea"/>
                <a:cs typeface="微软雅黑" panose="020B0503020204020204" pitchFamily="34" charset="-122"/>
              </a:rPr>
              <a:t>让梯度可以直接传递。</a:t>
            </a:r>
            <a:r>
              <a:rPr lang="zh-CN" altLang="en-US" sz="2400" dirty="0">
                <a:solidFill>
                  <a:srgbClr val="000000"/>
                </a:solidFill>
                <a:latin typeface="+mn-ea"/>
                <a:cs typeface="微软雅黑" panose="020B0503020204020204" pitchFamily="34" charset="-122"/>
              </a:rPr>
              <a:t>这种残差结构决定了网络可以无限延伸下去而不会出现梯度逐层衰减（梯度消失）或放大（梯度爆炸）。</a:t>
            </a:r>
            <a:endParaRPr lang="zh-CN" altLang="en-US" sz="2400" dirty="0">
              <a:latin typeface="+mn-ea"/>
              <a:cs typeface="Calibri" panose="020F0502020204030204" pitchFamily="34" charset="0"/>
            </a:endParaRPr>
          </a:p>
          <a:p>
            <a:pPr marL="0" indent="0">
              <a:buNone/>
            </a:pPr>
            <a:endParaRPr lang="zh-CN" altLang="en-US" sz="2400" dirty="0">
              <a:latin typeface="Arial" panose="020B0604020202020204" pitchFamily="34" charset="0"/>
            </a:endParaRPr>
          </a:p>
        </p:txBody>
      </p:sp>
      <p:pic>
        <p:nvPicPr>
          <p:cNvPr id="2049" name="图片 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0887" y="2736440"/>
            <a:ext cx="5267325" cy="2262188"/>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660400" y="1282405"/>
            <a:ext cx="10871200" cy="1198880"/>
          </a:xfrm>
          <a:prstGeom prst="rect">
            <a:avLst/>
          </a:prstGeom>
          <a:noFill/>
        </p:spPr>
        <p:txBody>
          <a:bodyPr wrap="square" rtlCol="0">
            <a:spAutoFit/>
          </a:bodyPr>
          <a:lstStyle/>
          <a:p>
            <a:r>
              <a:rPr lang="en-US" altLang="zh-CN" sz="2400" dirty="0">
                <a:solidFill>
                  <a:srgbClr val="191B1F"/>
                </a:solidFill>
                <a:latin typeface="+mn-ea"/>
                <a:cs typeface="微软雅黑" panose="020B0503020204020204" pitchFamily="34" charset="-122"/>
              </a:rPr>
              <a:t>       2015</a:t>
            </a:r>
            <a:r>
              <a:rPr lang="zh-CN" altLang="en-US" sz="2400" dirty="0">
                <a:solidFill>
                  <a:srgbClr val="191B1F"/>
                </a:solidFill>
                <a:latin typeface="+mn-ea"/>
                <a:cs typeface="微软雅黑" panose="020B0503020204020204" pitchFamily="34" charset="-122"/>
              </a:rPr>
              <a:t>年，</a:t>
            </a:r>
            <a:r>
              <a:rPr lang="zh-CN" altLang="en-US" sz="2400" b="1" dirty="0">
                <a:solidFill>
                  <a:srgbClr val="FF0000"/>
                </a:solidFill>
                <a:latin typeface="+mn-ea"/>
                <a:cs typeface="微软雅黑" panose="020B0503020204020204" pitchFamily="34" charset="-122"/>
              </a:rPr>
              <a:t>何凯明</a:t>
            </a:r>
            <a:r>
              <a:rPr lang="zh-CN" altLang="en-US" sz="2400" dirty="0">
                <a:solidFill>
                  <a:srgbClr val="191B1F"/>
                </a:solidFill>
                <a:latin typeface="+mn-ea"/>
                <a:cs typeface="微软雅黑" panose="020B0503020204020204" pitchFamily="34" charset="-122"/>
              </a:rPr>
              <a:t>等人提出了</a:t>
            </a:r>
            <a:r>
              <a:rPr lang="zh-CN" altLang="en-US" sz="2400" b="1" dirty="0">
                <a:solidFill>
                  <a:srgbClr val="FF0000"/>
                </a:solidFill>
                <a:latin typeface="+mn-ea"/>
                <a:cs typeface="微软雅黑" panose="020B0503020204020204" pitchFamily="34" charset="-122"/>
              </a:rPr>
              <a:t>残差网络（</a:t>
            </a:r>
            <a:r>
              <a:rPr lang="en-US" altLang="zh-CN" sz="2400" b="1" dirty="0">
                <a:solidFill>
                  <a:srgbClr val="FF0000"/>
                </a:solidFill>
                <a:latin typeface="+mn-ea"/>
                <a:cs typeface="微软雅黑" panose="020B0503020204020204" pitchFamily="34" charset="-122"/>
              </a:rPr>
              <a:t>ResNet</a:t>
            </a:r>
            <a:r>
              <a:rPr lang="zh-CN" altLang="en-US" sz="2400" b="1" dirty="0">
                <a:solidFill>
                  <a:srgbClr val="FF0000"/>
                </a:solidFill>
                <a:latin typeface="+mn-ea"/>
                <a:cs typeface="微软雅黑" panose="020B0503020204020204" pitchFamily="34" charset="-122"/>
              </a:rPr>
              <a:t>）</a:t>
            </a:r>
            <a:r>
              <a:rPr lang="zh-CN" altLang="en-US" sz="2400" dirty="0">
                <a:solidFill>
                  <a:srgbClr val="191B1F"/>
                </a:solidFill>
                <a:latin typeface="+mn-ea"/>
                <a:cs typeface="微软雅黑" panose="020B0503020204020204" pitchFamily="34" charset="-122"/>
              </a:rPr>
              <a:t>，该深度卷积神经网络架构的提出是</a:t>
            </a:r>
            <a:r>
              <a:rPr lang="en-US" altLang="zh-CN" sz="2400" dirty="0">
                <a:solidFill>
                  <a:srgbClr val="191B1F"/>
                </a:solidFill>
                <a:latin typeface="+mn-ea"/>
                <a:cs typeface="微软雅黑" panose="020B0503020204020204" pitchFamily="34" charset="-122"/>
              </a:rPr>
              <a:t>CNN</a:t>
            </a:r>
            <a:r>
              <a:rPr lang="zh-CN" altLang="en-US" sz="2400" dirty="0">
                <a:solidFill>
                  <a:srgbClr val="191B1F"/>
                </a:solidFill>
                <a:latin typeface="+mn-ea"/>
                <a:cs typeface="微软雅黑" panose="020B0503020204020204" pitchFamily="34" charset="-122"/>
              </a:rPr>
              <a:t>图像史上的里程碑事件，将</a:t>
            </a:r>
            <a:r>
              <a:rPr lang="en-US" altLang="zh-CN" sz="2400" dirty="0">
                <a:solidFill>
                  <a:srgbClr val="191B1F"/>
                </a:solidFill>
                <a:latin typeface="+mn-ea"/>
                <a:cs typeface="微软雅黑" panose="020B0503020204020204" pitchFamily="34" charset="-122"/>
              </a:rPr>
              <a:t>14</a:t>
            </a:r>
            <a:r>
              <a:rPr lang="zh-CN" altLang="en-US" sz="2400" dirty="0">
                <a:solidFill>
                  <a:srgbClr val="191B1F"/>
                </a:solidFill>
                <a:latin typeface="+mn-ea"/>
                <a:cs typeface="微软雅黑" panose="020B0503020204020204" pitchFamily="34" charset="-122"/>
              </a:rPr>
              <a:t>年</a:t>
            </a:r>
            <a:r>
              <a:rPr lang="en-US" altLang="zh-CN" sz="2400" dirty="0">
                <a:solidFill>
                  <a:srgbClr val="191B1F"/>
                </a:solidFill>
                <a:latin typeface="+mn-ea"/>
                <a:cs typeface="微软雅黑" panose="020B0503020204020204" pitchFamily="34" charset="-122"/>
              </a:rPr>
              <a:t>VGG</a:t>
            </a:r>
            <a:r>
              <a:rPr lang="zh-CN" altLang="en-US" sz="2400" dirty="0">
                <a:solidFill>
                  <a:srgbClr val="191B1F"/>
                </a:solidFill>
                <a:latin typeface="+mn-ea"/>
                <a:cs typeface="微软雅黑" panose="020B0503020204020204" pitchFamily="34" charset="-122"/>
              </a:rPr>
              <a:t>的</a:t>
            </a:r>
            <a:r>
              <a:rPr lang="en-US" altLang="zh-CN" sz="2400" dirty="0">
                <a:solidFill>
                  <a:srgbClr val="191B1F"/>
                </a:solidFill>
                <a:latin typeface="+mn-ea"/>
                <a:cs typeface="微软雅黑" panose="020B0503020204020204" pitchFamily="34" charset="-122"/>
              </a:rPr>
              <a:t>19</a:t>
            </a:r>
            <a:r>
              <a:rPr lang="zh-CN" altLang="en-US" sz="2400" dirty="0">
                <a:solidFill>
                  <a:srgbClr val="191B1F"/>
                </a:solidFill>
                <a:latin typeface="+mn-ea"/>
                <a:cs typeface="微软雅黑" panose="020B0503020204020204" pitchFamily="34" charset="-122"/>
              </a:rPr>
              <a:t>层网络提高到了</a:t>
            </a:r>
            <a:r>
              <a:rPr lang="en-US" altLang="zh-CN" sz="2400" dirty="0">
                <a:solidFill>
                  <a:srgbClr val="191B1F"/>
                </a:solidFill>
                <a:latin typeface="+mn-ea"/>
                <a:cs typeface="微软雅黑" panose="020B0503020204020204" pitchFamily="34" charset="-122"/>
              </a:rPr>
              <a:t>ResNet</a:t>
            </a:r>
            <a:r>
              <a:rPr lang="zh-CN" altLang="en-US" sz="2400" dirty="0">
                <a:solidFill>
                  <a:srgbClr val="191B1F"/>
                </a:solidFill>
                <a:latin typeface="+mn-ea"/>
                <a:cs typeface="微软雅黑" panose="020B0503020204020204" pitchFamily="34" charset="-122"/>
              </a:rPr>
              <a:t>惊人的</a:t>
            </a:r>
            <a:r>
              <a:rPr lang="en-US" altLang="zh-CN" sz="2400" dirty="0">
                <a:solidFill>
                  <a:srgbClr val="191B1F"/>
                </a:solidFill>
                <a:latin typeface="+mn-ea"/>
                <a:cs typeface="微软雅黑" panose="020B0503020204020204" pitchFamily="34" charset="-122"/>
              </a:rPr>
              <a:t>152</a:t>
            </a:r>
            <a:r>
              <a:rPr lang="zh-CN" altLang="en-US" sz="2400" dirty="0">
                <a:solidFill>
                  <a:srgbClr val="191B1F"/>
                </a:solidFill>
                <a:latin typeface="+mn-ea"/>
                <a:cs typeface="微软雅黑" panose="020B0503020204020204" pitchFamily="34" charset="-122"/>
              </a:rPr>
              <a:t>层，并且获得了更好的网络效果。</a:t>
            </a:r>
            <a:endParaRPr lang="zh-CN" altLang="en-US" sz="2400" dirty="0">
              <a:latin typeface="+mn-ea"/>
            </a:endParaRP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24100" y="1577033"/>
            <a:ext cx="7298871" cy="2075349"/>
          </a:xfrm>
        </p:spPr>
        <p:txBody>
          <a:bodyPr/>
          <a:lstStyle/>
          <a:p>
            <a:r>
              <a:rPr lang="zh-CN" altLang="en-US" dirty="0"/>
              <a:t>三</a:t>
            </a:r>
            <a:r>
              <a:rPr lang="en-US" altLang="zh-CN" dirty="0"/>
              <a:t>.</a:t>
            </a:r>
            <a:r>
              <a:rPr lang="zh-CN" altLang="zh-CN" dirty="0"/>
              <a:t>残差网络的核心结构</a:t>
            </a:r>
            <a:endParaRPr lang="zh-CN" altLang="en-US" dirty="0"/>
          </a:p>
        </p:txBody>
      </p:sp>
      <p:sp>
        <p:nvSpPr>
          <p:cNvPr id="3" name="文本占位符 2"/>
          <p:cNvSpPr>
            <a:spLocks noGrp="1"/>
          </p:cNvSpPr>
          <p:nvPr>
            <p:ph type="body" idx="1"/>
          </p:nvPr>
        </p:nvSpPr>
        <p:spPr/>
        <p:txBody>
          <a:bodyPr/>
          <a:lstStyle/>
          <a:p>
            <a:r>
              <a:rPr lang="zh-CN" altLang="en-US" sz="2400" dirty="0">
                <a:solidFill>
                  <a:schemeClr val="accent2"/>
                </a:solidFill>
              </a:rPr>
              <a:t>深度学习的实现</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320813"/>
            <a:ext cx="10858500" cy="707886"/>
          </a:xfrm>
        </p:spPr>
        <p:txBody>
          <a:bodyPr/>
          <a:lstStyle/>
          <a:p>
            <a:pPr marL="457200" indent="-457200">
              <a:buFont typeface="Wingdings" panose="05000000000000000000" pitchFamily="2" charset="2"/>
              <a:buChar char="u"/>
            </a:pPr>
            <a:r>
              <a:rPr lang="zh-CN" altLang="zh-CN" sz="4000" dirty="0"/>
              <a:t>核心结构：跳跃连接（</a:t>
            </a:r>
            <a:r>
              <a:rPr lang="en-US" altLang="zh-CN" sz="4000" dirty="0"/>
              <a:t>Skip Connection</a:t>
            </a:r>
            <a:r>
              <a:rPr lang="zh-CN" altLang="en-US" sz="4000" dirty="0"/>
              <a:t>）</a:t>
            </a:r>
          </a:p>
        </p:txBody>
      </p:sp>
      <p:sp>
        <p:nvSpPr>
          <p:cNvPr id="3" name="内容占位符 2"/>
          <p:cNvSpPr>
            <a:spLocks noGrp="1"/>
          </p:cNvSpPr>
          <p:nvPr>
            <p:ph idx="1"/>
          </p:nvPr>
        </p:nvSpPr>
        <p:spPr>
          <a:xfrm>
            <a:off x="443552" y="1428935"/>
            <a:ext cx="7062716" cy="4193944"/>
          </a:xfrm>
        </p:spPr>
        <p:txBody>
          <a:bodyPr>
            <a:noAutofit/>
          </a:bodyPr>
          <a:lstStyle/>
          <a:p>
            <a:pPr indent="317500" algn="just">
              <a:spcBef>
                <a:spcPts val="500"/>
              </a:spcBef>
              <a:buNone/>
            </a:pPr>
            <a:r>
              <a:rPr lang="en-US" altLang="zh-CN" sz="2400" kern="500" dirty="0">
                <a:latin typeface="+mn-ea"/>
              </a:rPr>
              <a:t>   </a:t>
            </a:r>
            <a:r>
              <a:rPr lang="zh-CN" altLang="zh-CN" sz="2400" kern="500" dirty="0">
                <a:latin typeface="+mn-ea"/>
              </a:rPr>
              <a:t>在传统的深层神经网络中，每一层的输出仅作为下一层的输入（即链式传递）。当网络过深时，梯度在反向传播过程中会逐渐衰减（或放大），导致浅层参数难以更新；同时，模型可能因过度拟合或优化困难而出现 “退化”</a:t>
            </a:r>
            <a:r>
              <a:rPr lang="en-US" altLang="zh-CN" sz="2400" kern="500" dirty="0">
                <a:latin typeface="+mn-ea"/>
              </a:rPr>
              <a:t>(</a:t>
            </a:r>
            <a:r>
              <a:rPr lang="zh-CN" altLang="zh-CN" sz="2400" kern="500" dirty="0">
                <a:latin typeface="+mn-ea"/>
              </a:rPr>
              <a:t>深度增加，训练误差反而上升</a:t>
            </a:r>
            <a:r>
              <a:rPr lang="en-US" altLang="zh-CN" sz="2400" kern="500" dirty="0">
                <a:latin typeface="+mn-ea"/>
              </a:rPr>
              <a:t>)</a:t>
            </a:r>
            <a:r>
              <a:rPr lang="zh-CN" altLang="zh-CN" sz="2400" kern="500" dirty="0">
                <a:latin typeface="+mn-ea"/>
              </a:rPr>
              <a:t>。</a:t>
            </a:r>
          </a:p>
          <a:p>
            <a:pPr indent="317500" algn="just">
              <a:spcBef>
                <a:spcPts val="500"/>
              </a:spcBef>
              <a:buNone/>
            </a:pPr>
            <a:r>
              <a:rPr lang="en-US" altLang="zh-CN" sz="2400" kern="500" dirty="0">
                <a:latin typeface="+mn-ea"/>
              </a:rPr>
              <a:t>   </a:t>
            </a:r>
            <a:r>
              <a:rPr lang="zh-CN" altLang="zh-CN" sz="2400" kern="500" dirty="0">
                <a:latin typeface="+mn-ea"/>
              </a:rPr>
              <a:t>跳跃连接的解决思路是：将网络中某一层的输入“跳过”若干中间层，直接与后续层的输出进行融合</a:t>
            </a:r>
            <a:r>
              <a:rPr lang="en-US" altLang="zh-CN" sz="2400" kern="500" dirty="0">
                <a:latin typeface="+mn-ea"/>
              </a:rPr>
              <a:t>(</a:t>
            </a:r>
            <a:r>
              <a:rPr lang="zh-CN" altLang="zh-CN" sz="2400" kern="500" dirty="0">
                <a:latin typeface="+mn-ea"/>
              </a:rPr>
              <a:t>通常是简单的相加或拼接</a:t>
            </a:r>
            <a:r>
              <a:rPr lang="en-US" altLang="zh-CN" sz="2400" kern="500" dirty="0">
                <a:latin typeface="+mn-ea"/>
              </a:rPr>
              <a:t>)</a:t>
            </a:r>
            <a:r>
              <a:rPr lang="zh-CN" altLang="zh-CN" sz="2400" kern="500" dirty="0">
                <a:latin typeface="+mn-ea"/>
              </a:rPr>
              <a:t>。</a:t>
            </a:r>
            <a:endParaRPr lang="zh-CN" altLang="en-US" sz="2400" dirty="0"/>
          </a:p>
        </p:txBody>
      </p:sp>
      <p:pic>
        <p:nvPicPr>
          <p:cNvPr id="4099"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8841" y="1428933"/>
            <a:ext cx="4617153" cy="385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320813"/>
            <a:ext cx="10858500" cy="707886"/>
          </a:xfrm>
        </p:spPr>
        <p:txBody>
          <a:bodyPr/>
          <a:lstStyle/>
          <a:p>
            <a:pPr marL="457200" indent="-457200">
              <a:buFont typeface="Wingdings" panose="05000000000000000000" pitchFamily="2" charset="2"/>
              <a:buChar char="u"/>
            </a:pPr>
            <a:r>
              <a:rPr lang="zh-CN" altLang="zh-CN" sz="4000" dirty="0"/>
              <a:t>核心结构：残差块（</a:t>
            </a:r>
            <a:r>
              <a:rPr lang="en-US" altLang="zh-CN" sz="4000" dirty="0"/>
              <a:t>Residual Block)</a:t>
            </a:r>
            <a:endParaRPr lang="zh-CN" altLang="en-US" sz="4000" dirty="0"/>
          </a:p>
        </p:txBody>
      </p:sp>
      <p:sp>
        <p:nvSpPr>
          <p:cNvPr id="3" name="内容占位符 2"/>
          <p:cNvSpPr>
            <a:spLocks noGrp="1"/>
          </p:cNvSpPr>
          <p:nvPr>
            <p:ph idx="1"/>
          </p:nvPr>
        </p:nvSpPr>
        <p:spPr>
          <a:xfrm>
            <a:off x="660400" y="1428934"/>
            <a:ext cx="6845868" cy="5406887"/>
          </a:xfrm>
        </p:spPr>
        <p:txBody>
          <a:bodyPr>
            <a:noAutofit/>
          </a:bodyPr>
          <a:lstStyle/>
          <a:p>
            <a:pPr marL="144145" indent="-285750">
              <a:lnSpc>
                <a:spcPct val="100000"/>
              </a:lnSpc>
              <a:spcBef>
                <a:spcPts val="0"/>
              </a:spcBef>
              <a:buFont typeface="Wingdings" panose="05000000000000000000" pitchFamily="2" charset="2"/>
              <a:buChar char="l"/>
            </a:pPr>
            <a:r>
              <a:rPr lang="zh-CN" altLang="zh-CN" sz="2400" kern="500" dirty="0">
                <a:latin typeface="+mn-ea"/>
              </a:rPr>
              <a:t>输入为</a:t>
            </a:r>
            <a:r>
              <a:rPr lang="en-US" altLang="zh-CN" sz="2400" kern="500" dirty="0">
                <a:latin typeface="+mn-ea"/>
              </a:rPr>
              <a:t>x;</a:t>
            </a:r>
            <a:endParaRPr lang="en-US" altLang="zh-CN" sz="2400" b="1" kern="500" dirty="0">
              <a:latin typeface="+mn-ea"/>
            </a:endParaRPr>
          </a:p>
          <a:p>
            <a:pPr marL="144145" indent="-285750">
              <a:lnSpc>
                <a:spcPct val="100000"/>
              </a:lnSpc>
              <a:spcBef>
                <a:spcPts val="0"/>
              </a:spcBef>
              <a:buFont typeface="Wingdings" panose="05000000000000000000" pitchFamily="2" charset="2"/>
              <a:buChar char="l"/>
            </a:pPr>
            <a:r>
              <a:rPr lang="zh-CN" altLang="zh-CN" sz="2400" kern="500" dirty="0">
                <a:latin typeface="+mn-ea"/>
              </a:rPr>
              <a:t>经过若干卷积层、批量规范化（</a:t>
            </a:r>
            <a:r>
              <a:rPr lang="en-US" altLang="zh-CN" sz="2400" kern="500" dirty="0">
                <a:latin typeface="+mn-ea"/>
              </a:rPr>
              <a:t>BN)</a:t>
            </a:r>
            <a:r>
              <a:rPr lang="zh-CN" altLang="zh-CN" sz="2400" kern="500" dirty="0">
                <a:latin typeface="+mn-ea"/>
              </a:rPr>
              <a:t>、激活函数（如</a:t>
            </a:r>
            <a:r>
              <a:rPr lang="en-US" altLang="zh-CN" sz="2400" kern="500" dirty="0">
                <a:latin typeface="+mn-ea"/>
              </a:rPr>
              <a:t> </a:t>
            </a:r>
            <a:r>
              <a:rPr lang="en-US" altLang="zh-CN" sz="2400" kern="500" dirty="0" err="1">
                <a:latin typeface="+mn-ea"/>
              </a:rPr>
              <a:t>ReLU</a:t>
            </a:r>
            <a:r>
              <a:rPr lang="zh-CN" altLang="zh-CN" sz="2400" kern="500" dirty="0">
                <a:latin typeface="+mn-ea"/>
              </a:rPr>
              <a:t>）后，得到“残差函数”</a:t>
            </a:r>
            <a:r>
              <a:rPr lang="en-US" altLang="zh-CN" sz="2400" kern="500" dirty="0">
                <a:latin typeface="+mn-ea"/>
              </a:rPr>
              <a:t>F(x)</a:t>
            </a:r>
            <a:r>
              <a:rPr lang="zh-CN" altLang="en-US" sz="2400" kern="500" dirty="0">
                <a:latin typeface="+mn-ea"/>
              </a:rPr>
              <a:t>；</a:t>
            </a:r>
            <a:endParaRPr lang="en-US" altLang="zh-CN" sz="2400" b="1" kern="500" dirty="0">
              <a:latin typeface="+mn-ea"/>
            </a:endParaRPr>
          </a:p>
          <a:p>
            <a:pPr marL="144145" indent="-285750">
              <a:lnSpc>
                <a:spcPct val="100000"/>
              </a:lnSpc>
              <a:spcBef>
                <a:spcPts val="0"/>
              </a:spcBef>
              <a:buFont typeface="Wingdings" panose="05000000000000000000" pitchFamily="2" charset="2"/>
              <a:buChar char="l"/>
            </a:pPr>
            <a:r>
              <a:rPr lang="zh-CN" altLang="zh-CN" sz="2400" kern="500" dirty="0">
                <a:latin typeface="+mn-ea"/>
              </a:rPr>
              <a:t>通过跳跃连接将输入</a:t>
            </a:r>
            <a:r>
              <a:rPr lang="en-US" altLang="zh-CN" sz="2400" kern="500" dirty="0">
                <a:latin typeface="+mn-ea"/>
              </a:rPr>
              <a:t>x</a:t>
            </a:r>
            <a:r>
              <a:rPr lang="zh-CN" altLang="zh-CN" sz="2400" kern="500" dirty="0">
                <a:latin typeface="+mn-ea"/>
              </a:rPr>
              <a:t>直接与</a:t>
            </a:r>
            <a:r>
              <a:rPr lang="en-US" altLang="zh-CN" sz="2400" kern="500" dirty="0">
                <a:latin typeface="+mn-ea"/>
              </a:rPr>
              <a:t>F(x)</a:t>
            </a:r>
            <a:r>
              <a:rPr lang="zh-CN" altLang="zh-CN" sz="2400" kern="500" dirty="0">
                <a:latin typeface="+mn-ea"/>
              </a:rPr>
              <a:t>相加，得到残差块的输出</a:t>
            </a:r>
            <a:r>
              <a:rPr lang="en-US" altLang="zh-CN" sz="2400" kern="500" dirty="0">
                <a:latin typeface="+mn-ea"/>
              </a:rPr>
              <a:t> H(x)</a:t>
            </a:r>
            <a:r>
              <a:rPr lang="zh-CN" altLang="en-US" sz="2400" kern="500" dirty="0">
                <a:latin typeface="+mn-ea"/>
              </a:rPr>
              <a:t>；</a:t>
            </a:r>
            <a:endParaRPr lang="en-US" altLang="zh-CN" sz="2400" kern="500" dirty="0">
              <a:latin typeface="+mn-ea"/>
            </a:endParaRPr>
          </a:p>
          <a:p>
            <a:pPr marL="144145" indent="-285750">
              <a:lnSpc>
                <a:spcPct val="100000"/>
              </a:lnSpc>
              <a:spcBef>
                <a:spcPts val="0"/>
              </a:spcBef>
              <a:buFont typeface="Wingdings" panose="05000000000000000000" pitchFamily="2" charset="2"/>
              <a:buChar char="l"/>
            </a:pPr>
            <a:endParaRPr lang="zh-CN" altLang="zh-CN" sz="2400" kern="500" dirty="0">
              <a:latin typeface="+mn-ea"/>
            </a:endParaRPr>
          </a:p>
          <a:p>
            <a:pPr marL="144145" indent="-285750">
              <a:lnSpc>
                <a:spcPct val="100000"/>
              </a:lnSpc>
              <a:spcBef>
                <a:spcPts val="0"/>
              </a:spcBef>
              <a:buFont typeface="Wingdings" panose="05000000000000000000" pitchFamily="2" charset="2"/>
              <a:buChar char="l"/>
            </a:pPr>
            <a:r>
              <a:rPr lang="zh-CN" altLang="zh-CN" sz="2400" b="1" kern="500" dirty="0">
                <a:solidFill>
                  <a:schemeClr val="accent1"/>
                </a:solidFill>
                <a:latin typeface="+mn-ea"/>
              </a:rPr>
              <a:t>卷积层</a:t>
            </a:r>
            <a:r>
              <a:rPr lang="zh-CN" altLang="zh-CN" sz="2400" kern="500" dirty="0">
                <a:latin typeface="+mn-ea"/>
              </a:rPr>
              <a:t>：通常包含</a:t>
            </a:r>
            <a:r>
              <a:rPr lang="en-US" altLang="zh-CN" sz="2400" kern="500" dirty="0">
                <a:latin typeface="+mn-ea"/>
              </a:rPr>
              <a:t>2-3</a:t>
            </a:r>
            <a:r>
              <a:rPr lang="zh-CN" altLang="zh-CN" sz="2400" kern="500" dirty="0">
                <a:latin typeface="+mn-ea"/>
              </a:rPr>
              <a:t>个卷积操作（如</a:t>
            </a:r>
            <a:r>
              <a:rPr lang="en-US" altLang="zh-CN" sz="2400" kern="500" dirty="0">
                <a:latin typeface="+mn-ea"/>
              </a:rPr>
              <a:t> 3</a:t>
            </a:r>
            <a:r>
              <a:rPr lang="zh-CN" altLang="zh-CN" sz="2400" kern="500" dirty="0">
                <a:latin typeface="+mn-ea"/>
              </a:rPr>
              <a:t>×</a:t>
            </a:r>
            <a:r>
              <a:rPr lang="en-US" altLang="zh-CN" sz="2400" kern="500" dirty="0">
                <a:latin typeface="+mn-ea"/>
              </a:rPr>
              <a:t>3</a:t>
            </a:r>
            <a:r>
              <a:rPr lang="zh-CN" altLang="zh-CN" sz="2400" kern="500" dirty="0">
                <a:latin typeface="+mn-ea"/>
              </a:rPr>
              <a:t>卷积），用于提取特征；</a:t>
            </a:r>
          </a:p>
          <a:p>
            <a:pPr marL="144145" indent="-285750">
              <a:lnSpc>
                <a:spcPct val="100000"/>
              </a:lnSpc>
              <a:spcBef>
                <a:spcPts val="0"/>
              </a:spcBef>
              <a:buFont typeface="Wingdings" panose="05000000000000000000" pitchFamily="2" charset="2"/>
              <a:buChar char="l"/>
            </a:pPr>
            <a:r>
              <a:rPr lang="zh-CN" altLang="zh-CN" sz="2400" b="1" kern="500" dirty="0">
                <a:solidFill>
                  <a:schemeClr val="accent1"/>
                </a:solidFill>
                <a:latin typeface="+mn-ea"/>
              </a:rPr>
              <a:t>批归一化</a:t>
            </a:r>
            <a:r>
              <a:rPr lang="en-US" altLang="zh-CN" sz="2400" b="1" kern="500" dirty="0">
                <a:solidFill>
                  <a:schemeClr val="accent1"/>
                </a:solidFill>
                <a:latin typeface="+mn-ea"/>
              </a:rPr>
              <a:t>(Batch Normalization)</a:t>
            </a:r>
            <a:r>
              <a:rPr lang="zh-CN" altLang="zh-CN" sz="2400" kern="500" dirty="0">
                <a:latin typeface="+mn-ea"/>
              </a:rPr>
              <a:t>：加速训练，缓解梯度消失；</a:t>
            </a:r>
          </a:p>
          <a:p>
            <a:pPr marL="144145" indent="-285750">
              <a:lnSpc>
                <a:spcPct val="100000"/>
              </a:lnSpc>
              <a:spcBef>
                <a:spcPts val="0"/>
              </a:spcBef>
              <a:buFont typeface="Wingdings" panose="05000000000000000000" pitchFamily="2" charset="2"/>
              <a:buChar char="l"/>
            </a:pPr>
            <a:r>
              <a:rPr lang="zh-CN" altLang="zh-CN" sz="2400" b="1" kern="500" dirty="0">
                <a:solidFill>
                  <a:schemeClr val="accent1"/>
                </a:solidFill>
                <a:latin typeface="+mn-ea"/>
              </a:rPr>
              <a:t>激活函数</a:t>
            </a:r>
            <a:r>
              <a:rPr lang="zh-CN" altLang="zh-CN" sz="2400" kern="500" dirty="0">
                <a:latin typeface="+mn-ea"/>
              </a:rPr>
              <a:t>：如</a:t>
            </a:r>
            <a:r>
              <a:rPr lang="en-US" altLang="zh-CN" sz="2400" kern="500" dirty="0">
                <a:latin typeface="+mn-ea"/>
              </a:rPr>
              <a:t> </a:t>
            </a:r>
            <a:r>
              <a:rPr lang="en-US" altLang="zh-CN" sz="2400" kern="500" dirty="0" err="1">
                <a:latin typeface="+mn-ea"/>
              </a:rPr>
              <a:t>ReLU</a:t>
            </a:r>
            <a:r>
              <a:rPr lang="zh-CN" altLang="zh-CN" sz="2400" kern="500" dirty="0">
                <a:latin typeface="+mn-ea"/>
              </a:rPr>
              <a:t>，引入非线性；</a:t>
            </a:r>
          </a:p>
          <a:p>
            <a:pPr marL="144145" indent="-285750">
              <a:lnSpc>
                <a:spcPct val="100000"/>
              </a:lnSpc>
              <a:spcBef>
                <a:spcPts val="0"/>
              </a:spcBef>
              <a:buFont typeface="Wingdings" panose="05000000000000000000" pitchFamily="2" charset="2"/>
              <a:buChar char="l"/>
            </a:pPr>
            <a:r>
              <a:rPr lang="zh-CN" altLang="zh-CN" sz="2400" b="1" kern="500" dirty="0">
                <a:solidFill>
                  <a:schemeClr val="accent1"/>
                </a:solidFill>
                <a:latin typeface="+mn-ea"/>
              </a:rPr>
              <a:t>跳跃连接</a:t>
            </a:r>
            <a:r>
              <a:rPr lang="en-US" altLang="zh-CN" sz="2400" b="1" kern="500" dirty="0">
                <a:solidFill>
                  <a:schemeClr val="accent1"/>
                </a:solidFill>
                <a:latin typeface="+mn-ea"/>
              </a:rPr>
              <a:t>(Skip Connection)</a:t>
            </a:r>
            <a:r>
              <a:rPr lang="zh-CN" altLang="zh-CN" sz="2400" kern="500" dirty="0">
                <a:latin typeface="+mn-ea"/>
              </a:rPr>
              <a:t>：将输入</a:t>
            </a:r>
            <a:r>
              <a:rPr lang="en-US" altLang="zh-CN" sz="2400" kern="500" dirty="0">
                <a:latin typeface="+mn-ea"/>
              </a:rPr>
              <a:t>x</a:t>
            </a:r>
            <a:r>
              <a:rPr lang="zh-CN" altLang="zh-CN" sz="2400" kern="500" dirty="0">
                <a:latin typeface="+mn-ea"/>
              </a:rPr>
              <a:t>直接加到卷积层的输出上</a:t>
            </a:r>
            <a:r>
              <a:rPr lang="en-US" altLang="zh-CN" sz="2400" kern="500" dirty="0">
                <a:latin typeface="+mn-ea"/>
              </a:rPr>
              <a:t>(</a:t>
            </a:r>
            <a:r>
              <a:rPr lang="zh-CN" altLang="zh-CN" sz="2400" kern="500" dirty="0">
                <a:latin typeface="+mn-ea"/>
              </a:rPr>
              <a:t>需保证维度匹配</a:t>
            </a:r>
            <a:r>
              <a:rPr lang="en-US" altLang="zh-CN" sz="2400" kern="500" dirty="0">
                <a:latin typeface="+mn-ea"/>
              </a:rPr>
              <a:t>)</a:t>
            </a:r>
            <a:r>
              <a:rPr lang="zh-CN" altLang="zh-CN" sz="2400" kern="500" dirty="0">
                <a:latin typeface="+mn-ea"/>
              </a:rPr>
              <a:t>。</a:t>
            </a:r>
          </a:p>
          <a:p>
            <a:pPr marL="0" indent="0">
              <a:buNone/>
            </a:pPr>
            <a:endParaRPr lang="zh-CN" altLang="en-US" sz="2400" dirty="0"/>
          </a:p>
        </p:txBody>
      </p:sp>
      <p:pic>
        <p:nvPicPr>
          <p:cNvPr id="4099"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8841" y="1428933"/>
            <a:ext cx="4617153" cy="385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320813"/>
            <a:ext cx="10858500" cy="707886"/>
          </a:xfrm>
        </p:spPr>
        <p:txBody>
          <a:bodyPr/>
          <a:lstStyle/>
          <a:p>
            <a:pPr marL="571500" indent="-571500">
              <a:buFont typeface="Wingdings" panose="05000000000000000000" pitchFamily="2" charset="2"/>
              <a:buChar char="u"/>
            </a:pPr>
            <a:r>
              <a:rPr lang="zh-CN" altLang="en-US" sz="4000" dirty="0"/>
              <a:t>两种常见残差块结构</a:t>
            </a:r>
          </a:p>
        </p:txBody>
      </p:sp>
      <p:sp>
        <p:nvSpPr>
          <p:cNvPr id="4" name="文本框 3"/>
          <p:cNvSpPr txBox="1"/>
          <p:nvPr/>
        </p:nvSpPr>
        <p:spPr>
          <a:xfrm>
            <a:off x="811567" y="1321170"/>
            <a:ext cx="9881454" cy="1938020"/>
          </a:xfrm>
          <a:prstGeom prst="rect">
            <a:avLst/>
          </a:prstGeom>
          <a:noFill/>
        </p:spPr>
        <p:txBody>
          <a:bodyPr wrap="square">
            <a:spAutoFit/>
          </a:bodyPr>
          <a:lstStyle/>
          <a:p>
            <a:pPr marL="0" marR="0" lvl="0" indent="158750" algn="l" defTabSz="914400" rtl="0" eaLnBrk="0" fontAlgn="base" latinLnBrk="0" hangingPunct="0">
              <a:lnSpc>
                <a:spcPct val="100000"/>
              </a:lnSpc>
              <a:spcBef>
                <a:spcPct val="0"/>
              </a:spcBef>
              <a:spcAft>
                <a:spcPct val="0"/>
              </a:spcAft>
              <a:buClrTx/>
              <a:buSzTx/>
              <a:buFontTx/>
              <a:buNone/>
            </a:pPr>
            <a:r>
              <a:rPr lang="zh-CN" altLang="en-US" sz="2400" b="1" dirty="0"/>
              <a:t>  </a:t>
            </a:r>
            <a:r>
              <a:rPr lang="zh-CN" altLang="en-US" sz="2400" b="1" dirty="0">
                <a:solidFill>
                  <a:schemeClr val="accent2"/>
                </a:solidFill>
              </a:rPr>
              <a:t>基本残差块（</a:t>
            </a:r>
            <a:r>
              <a:rPr lang="en-US" altLang="zh-CN" sz="2400" b="1" dirty="0">
                <a:solidFill>
                  <a:schemeClr val="accent2"/>
                </a:solidFill>
              </a:rPr>
              <a:t>Basic Block)</a:t>
            </a:r>
            <a:r>
              <a:rPr lang="zh-CN" altLang="en-US" sz="2400" dirty="0"/>
              <a:t>：适用于较浅网络（如</a:t>
            </a:r>
            <a:r>
              <a:rPr lang="en-US" altLang="zh-CN" sz="2400" dirty="0"/>
              <a:t>ResNet-18</a:t>
            </a:r>
            <a:r>
              <a:rPr lang="zh-CN" altLang="en-US" sz="2400" dirty="0"/>
              <a:t>、</a:t>
            </a:r>
            <a:r>
              <a:rPr lang="en-US" altLang="zh-CN" sz="2400" dirty="0"/>
              <a:t>ResNet-34)</a:t>
            </a:r>
            <a:r>
              <a:rPr lang="zh-CN" altLang="en-US" sz="2400" dirty="0"/>
              <a:t>，包余</a:t>
            </a:r>
            <a:r>
              <a:rPr lang="en-US" altLang="zh-CN" sz="2400" dirty="0"/>
              <a:t>2</a:t>
            </a:r>
            <a:r>
              <a:rPr lang="zh-CN" altLang="en-US" sz="2400" dirty="0"/>
              <a:t>个</a:t>
            </a:r>
            <a:r>
              <a:rPr lang="en-US" altLang="zh-CN" sz="2400" dirty="0"/>
              <a:t>3x3</a:t>
            </a:r>
            <a:r>
              <a:rPr lang="zh-CN" altLang="en-US" sz="2400" dirty="0"/>
              <a:t>卷积层；</a:t>
            </a:r>
            <a:endParaRPr lang="en-US" altLang="zh-CN" sz="2400" dirty="0"/>
          </a:p>
          <a:p>
            <a:pPr marL="0" marR="0" lvl="0" indent="158750" algn="l" defTabSz="914400" rtl="0" eaLnBrk="0" fontAlgn="base" latinLnBrk="0" hangingPunct="0">
              <a:lnSpc>
                <a:spcPct val="100000"/>
              </a:lnSpc>
              <a:spcBef>
                <a:spcPct val="0"/>
              </a:spcBef>
              <a:spcAft>
                <a:spcPct val="0"/>
              </a:spcAft>
              <a:buClrTx/>
              <a:buSzTx/>
              <a:buFontTx/>
              <a:buNone/>
            </a:pPr>
            <a:r>
              <a:rPr lang="zh-CN" altLang="en-US" sz="2400" b="1" dirty="0"/>
              <a:t>  </a:t>
            </a:r>
            <a:r>
              <a:rPr lang="zh-CN" altLang="en-US" sz="2400" b="1" dirty="0">
                <a:solidFill>
                  <a:schemeClr val="accent2"/>
                </a:solidFill>
              </a:rPr>
              <a:t>瓶颈残差块（</a:t>
            </a:r>
            <a:r>
              <a:rPr lang="en-US" altLang="zh-CN" sz="2400" b="1" dirty="0">
                <a:solidFill>
                  <a:schemeClr val="accent2"/>
                </a:solidFill>
              </a:rPr>
              <a:t>Bottleneck Block)</a:t>
            </a:r>
            <a:r>
              <a:rPr lang="zh-CN" altLang="en-US" sz="2400" dirty="0"/>
              <a:t>：适用于深层网络（如 </a:t>
            </a:r>
            <a:r>
              <a:rPr lang="en-US" altLang="zh-CN" sz="2400" dirty="0"/>
              <a:t>ResNel-50</a:t>
            </a:r>
            <a:r>
              <a:rPr lang="zh-CN" altLang="en-US" sz="2400" dirty="0"/>
              <a:t>、</a:t>
            </a:r>
            <a:r>
              <a:rPr lang="en-US" altLang="zh-CN" sz="2400" dirty="0"/>
              <a:t>ResNet-101)</a:t>
            </a:r>
            <a:r>
              <a:rPr lang="zh-CN" altLang="en-US" sz="2400" dirty="0"/>
              <a:t>，通过 </a:t>
            </a:r>
            <a:r>
              <a:rPr lang="en-US" altLang="zh-CN" sz="2400" dirty="0"/>
              <a:t>1x1</a:t>
            </a:r>
            <a:r>
              <a:rPr lang="zh-CN" altLang="en-US" sz="2400" dirty="0"/>
              <a:t>卷积压缩维度，减少计算量，结构为“</a:t>
            </a:r>
            <a:r>
              <a:rPr lang="en-US" altLang="zh-CN" sz="2400" dirty="0"/>
              <a:t>1x1 </a:t>
            </a:r>
            <a:r>
              <a:rPr lang="zh-CN" altLang="en-US" sz="2400" dirty="0"/>
              <a:t>卷积→</a:t>
            </a:r>
            <a:r>
              <a:rPr lang="en-US" altLang="zh-CN" sz="2400" dirty="0"/>
              <a:t>3x3 </a:t>
            </a:r>
            <a:r>
              <a:rPr lang="zh-CN" altLang="en-US" sz="2400" dirty="0"/>
              <a:t>卷积→</a:t>
            </a:r>
            <a:r>
              <a:rPr lang="en-US" altLang="zh-CN" sz="2400" dirty="0"/>
              <a:t>1x1</a:t>
            </a:r>
            <a:r>
              <a:rPr lang="zh-CN" altLang="en-US" sz="2400" dirty="0"/>
              <a:t>卷积”。</a:t>
            </a:r>
          </a:p>
        </p:txBody>
      </p:sp>
      <p:pic>
        <p:nvPicPr>
          <p:cNvPr id="6146" name="图片 8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70" y="3328401"/>
            <a:ext cx="9645906" cy="309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320813"/>
            <a:ext cx="10858500" cy="707886"/>
          </a:xfrm>
        </p:spPr>
        <p:txBody>
          <a:bodyPr/>
          <a:lstStyle/>
          <a:p>
            <a:pPr marL="571500" indent="-571500">
              <a:buFont typeface="Wingdings" panose="05000000000000000000" pitchFamily="2" charset="2"/>
              <a:buChar char="u"/>
            </a:pPr>
            <a:r>
              <a:rPr lang="zh-CN" altLang="zh-CN" sz="4000" dirty="0"/>
              <a:t>输入与输出维度不匹配时的调整</a:t>
            </a:r>
            <a:endParaRPr lang="zh-CN" altLang="en-US" sz="4000" dirty="0"/>
          </a:p>
        </p:txBody>
      </p:sp>
      <p:pic>
        <p:nvPicPr>
          <p:cNvPr id="4098" name="图片 5"/>
          <p:cNvPicPr>
            <a:picLocks noChangeAspect="1" noChangeArrowheads="1"/>
          </p:cNvPicPr>
          <p:nvPr/>
        </p:nvPicPr>
        <p:blipFill>
          <a:blip r:embed="rId2">
            <a:extLst>
              <a:ext uri="{28A0092B-C50C-407E-A947-70E740481C1C}">
                <a14:useLocalDpi xmlns:a14="http://schemas.microsoft.com/office/drawing/2010/main" val="0"/>
              </a:ext>
            </a:extLst>
          </a:blip>
          <a:srcRect t="5634"/>
          <a:stretch>
            <a:fillRect/>
          </a:stretch>
        </p:blipFill>
        <p:spPr bwMode="auto">
          <a:xfrm>
            <a:off x="6339386" y="2008348"/>
            <a:ext cx="5600131" cy="2841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Rectangle 8"/>
          <p:cNvSpPr>
            <a:spLocks noChangeArrowheads="1"/>
          </p:cNvSpPr>
          <p:nvPr/>
        </p:nvSpPr>
        <p:spPr bwMode="auto">
          <a:xfrm>
            <a:off x="252483" y="1839439"/>
            <a:ext cx="3449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1587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5875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5127" name="图片 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5391" y="3222279"/>
            <a:ext cx="2038350" cy="3095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a:spLocks noChangeArrowheads="1"/>
          </p:cNvSpPr>
          <p:nvPr/>
        </p:nvSpPr>
        <p:spPr bwMode="auto">
          <a:xfrm>
            <a:off x="882699" y="2008348"/>
            <a:ext cx="592312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indent="158750" eaLnBrk="0" fontAlgn="base" hangingPunct="0">
              <a:spcBef>
                <a:spcPct val="0"/>
              </a:spcBef>
              <a:spcAft>
                <a:spcPct val="0"/>
              </a:spcAft>
            </a:pPr>
            <a:r>
              <a:rPr lang="en-US" altLang="zh-CN" sz="2400" dirty="0"/>
              <a:t>     </a:t>
            </a:r>
            <a:r>
              <a:rPr lang="zh-CN" altLang="zh-CN" sz="2400" dirty="0"/>
              <a:t>当残差块的输入×与残差函数</a:t>
            </a:r>
            <a:r>
              <a:rPr lang="en-US" altLang="zh-CN" sz="2400" dirty="0"/>
              <a:t>F(x)</a:t>
            </a:r>
            <a:r>
              <a:rPr lang="zh-CN" altLang="en-US" sz="2400" dirty="0"/>
              <a:t>的维度不同（如通道数或率间尺寸不同）时，需要通过投影映射</a:t>
            </a:r>
            <a:r>
              <a:rPr lang="en-US" altLang="zh-CN" sz="2400" dirty="0"/>
              <a:t>(Projection Mapping)</a:t>
            </a:r>
            <a:r>
              <a:rPr lang="zh-CN" altLang="en-US" sz="2400" dirty="0"/>
              <a:t>调整</a:t>
            </a:r>
            <a:r>
              <a:rPr lang="en-US" altLang="zh-CN" sz="2400" dirty="0"/>
              <a:t>x</a:t>
            </a:r>
            <a:r>
              <a:rPr lang="zh-CN" altLang="en-US" sz="2400" dirty="0"/>
              <a:t>的维度，公式变为                         。</a:t>
            </a:r>
            <a:endParaRPr lang="en-US" altLang="zh-CN" sz="2400" dirty="0"/>
          </a:p>
          <a:p>
            <a:pPr indent="158750" eaLnBrk="0" fontAlgn="base" hangingPunct="0">
              <a:spcBef>
                <a:spcPct val="0"/>
              </a:spcBef>
              <a:spcAft>
                <a:spcPct val="0"/>
              </a:spcAft>
            </a:pPr>
            <a:endParaRPr lang="zh-CN" altLang="en-US" sz="2400" dirty="0"/>
          </a:p>
          <a:p>
            <a:pPr marL="0" marR="0" lvl="0" indent="158750" algn="l" defTabSz="914400" rtl="0" eaLnBrk="0" fontAlgn="base" latinLnBrk="0" hangingPunct="0">
              <a:lnSpc>
                <a:spcPct val="100000"/>
              </a:lnSpc>
              <a:spcBef>
                <a:spcPct val="0"/>
              </a:spcBef>
              <a:spcAft>
                <a:spcPct val="0"/>
              </a:spcAft>
              <a:buClrTx/>
              <a:buSzTx/>
              <a:buFontTx/>
              <a:buNone/>
            </a:pPr>
            <a:r>
              <a:rPr lang="en-US" altLang="zh-CN" sz="2400" dirty="0"/>
              <a:t>     </a:t>
            </a:r>
            <a:r>
              <a:rPr lang="en-US" altLang="zh-CN" sz="2400" i="1" dirty="0" err="1">
                <a:solidFill>
                  <a:schemeClr val="accent1"/>
                </a:solidFill>
              </a:rPr>
              <a:t>Ws</a:t>
            </a:r>
            <a:r>
              <a:rPr lang="zh-CN" altLang="en-US" sz="2400" i="1" dirty="0">
                <a:solidFill>
                  <a:schemeClr val="accent1"/>
                </a:solidFill>
              </a:rPr>
              <a:t>：</a:t>
            </a:r>
            <a:r>
              <a:rPr lang="en-US" altLang="zh-CN" sz="2400" i="1" dirty="0">
                <a:solidFill>
                  <a:schemeClr val="accent1"/>
                </a:solidFill>
              </a:rPr>
              <a:t>1×1</a:t>
            </a:r>
            <a:r>
              <a:rPr lang="zh-CN" altLang="en-US" sz="2400" i="1" dirty="0">
                <a:solidFill>
                  <a:schemeClr val="accent1"/>
                </a:solidFill>
              </a:rPr>
              <a:t>卷积层（或全连接层）的参数矩阵，用于将</a:t>
            </a:r>
            <a:r>
              <a:rPr lang="en-US" altLang="zh-CN" sz="2400" i="1" dirty="0">
                <a:solidFill>
                  <a:schemeClr val="accent1"/>
                </a:solidFill>
              </a:rPr>
              <a:t>×</a:t>
            </a:r>
            <a:r>
              <a:rPr lang="zh-CN" altLang="en-US" sz="2400" i="1" dirty="0">
                <a:solidFill>
                  <a:schemeClr val="accent1"/>
                </a:solidFill>
              </a:rPr>
              <a:t>投影到与</a:t>
            </a:r>
            <a:r>
              <a:rPr lang="en-US" altLang="zh-CN" sz="2400" i="1" dirty="0">
                <a:solidFill>
                  <a:schemeClr val="accent1"/>
                </a:solidFill>
              </a:rPr>
              <a:t>F(x)</a:t>
            </a:r>
            <a:r>
              <a:rPr lang="zh-CN" altLang="en-US" sz="2400" i="1" dirty="0">
                <a:solidFill>
                  <a:schemeClr val="accent1"/>
                </a:solidFill>
              </a:rPr>
              <a:t>相同的维度（仅在维度不匹配时使用）。</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43673" y="1577033"/>
            <a:ext cx="6979298" cy="2075349"/>
          </a:xfrm>
        </p:spPr>
        <p:txBody>
          <a:bodyPr/>
          <a:lstStyle/>
          <a:p>
            <a:r>
              <a:rPr lang="zh-CN" altLang="en-US" dirty="0"/>
              <a:t>四</a:t>
            </a:r>
            <a:r>
              <a:rPr lang="en-US" altLang="zh-CN" dirty="0"/>
              <a:t>.</a:t>
            </a:r>
            <a:r>
              <a:rPr lang="zh-CN" altLang="zh-CN" dirty="0"/>
              <a:t>残差网络</a:t>
            </a:r>
            <a:r>
              <a:rPr lang="zh-CN" altLang="en-US" dirty="0"/>
              <a:t>程序展示</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45677" y="2836985"/>
            <a:ext cx="8100646" cy="769441"/>
          </a:xfrm>
          <a:prstGeom prst="rect">
            <a:avLst/>
          </a:prstGeom>
          <a:noFill/>
        </p:spPr>
        <p:txBody>
          <a:bodyPr wrap="square" rtlCol="0">
            <a:spAutoFit/>
          </a:bodyPr>
          <a:lstStyle/>
          <a:p>
            <a:r>
              <a:rPr lang="zh-CN" altLang="en-US" sz="4400" b="1" dirty="0"/>
              <a:t>来看看实现残差网络的程序代码</a:t>
            </a:r>
          </a:p>
        </p:txBody>
      </p:sp>
      <p:pic>
        <p:nvPicPr>
          <p:cNvPr id="1028" name="图片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3" y="-1673158"/>
            <a:ext cx="12187237" cy="10677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9" name="图片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3" y="-1791424"/>
            <a:ext cx="12185650" cy="107957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30" name="图片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66" y="-1879051"/>
            <a:ext cx="12180887" cy="109709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31" name="图片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6" y="-2772512"/>
            <a:ext cx="12187237" cy="127578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32" name="图片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59" y="-1791425"/>
            <a:ext cx="12174944" cy="107957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33" name="图片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6" y="-2693812"/>
            <a:ext cx="12189734" cy="126004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00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1000" fill="hold"/>
                                        <p:tgtEl>
                                          <p:spTgt spid="1028"/>
                                        </p:tgtEl>
                                        <p:attrNameLst>
                                          <p:attrName>ppt_x</p:attrName>
                                        </p:attrNameLst>
                                      </p:cBhvr>
                                      <p:tavLst>
                                        <p:tav tm="0">
                                          <p:val>
                                            <p:strVal val="#ppt_x"/>
                                          </p:val>
                                        </p:tav>
                                        <p:tav tm="100000">
                                          <p:val>
                                            <p:strVal val="#ppt_x"/>
                                          </p:val>
                                        </p:tav>
                                      </p:tavLst>
                                    </p:anim>
                                    <p:anim calcmode="lin" valueType="num">
                                      <p:cBhvr additive="base">
                                        <p:cTn id="8" dur="1000" fill="hold"/>
                                        <p:tgtEl>
                                          <p:spTgt spid="1028"/>
                                        </p:tgtEl>
                                        <p:attrNameLst>
                                          <p:attrName>ppt_y</p:attrName>
                                        </p:attrNameLst>
                                      </p:cBhvr>
                                      <p:tavLst>
                                        <p:tav tm="0">
                                          <p:val>
                                            <p:strVal val="1+#ppt_h/2"/>
                                          </p:val>
                                        </p:tav>
                                        <p:tav tm="100000">
                                          <p:val>
                                            <p:strVal val="#ppt_y"/>
                                          </p:val>
                                        </p:tav>
                                      </p:tavLst>
                                    </p:anim>
                                  </p:childTnLst>
                                </p:cTn>
                              </p:par>
                            </p:childTnLst>
                          </p:cTn>
                        </p:par>
                        <p:par>
                          <p:cTn id="9" fill="hold">
                            <p:stCondLst>
                              <p:cond delay="2000"/>
                            </p:stCondLst>
                            <p:childTnLst>
                              <p:par>
                                <p:cTn id="10" presetID="2" presetClass="exit" presetSubtype="1" fill="hold" nodeType="afterEffect">
                                  <p:stCondLst>
                                    <p:cond delay="0"/>
                                  </p:stCondLst>
                                  <p:childTnLst>
                                    <p:anim calcmode="lin" valueType="num">
                                      <p:cBhvr additive="base">
                                        <p:cTn id="11" dur="1000"/>
                                        <p:tgtEl>
                                          <p:spTgt spid="1028"/>
                                        </p:tgtEl>
                                        <p:attrNameLst>
                                          <p:attrName>ppt_x</p:attrName>
                                        </p:attrNameLst>
                                      </p:cBhvr>
                                      <p:tavLst>
                                        <p:tav tm="0">
                                          <p:val>
                                            <p:strVal val="ppt_x"/>
                                          </p:val>
                                        </p:tav>
                                        <p:tav tm="100000">
                                          <p:val>
                                            <p:strVal val="ppt_x"/>
                                          </p:val>
                                        </p:tav>
                                      </p:tavLst>
                                    </p:anim>
                                    <p:anim calcmode="lin" valueType="num">
                                      <p:cBhvr additive="base">
                                        <p:cTn id="12" dur="1000"/>
                                        <p:tgtEl>
                                          <p:spTgt spid="1028"/>
                                        </p:tgtEl>
                                        <p:attrNameLst>
                                          <p:attrName>ppt_y</p:attrName>
                                        </p:attrNameLst>
                                      </p:cBhvr>
                                      <p:tavLst>
                                        <p:tav tm="0">
                                          <p:val>
                                            <p:strVal val="ppt_y"/>
                                          </p:val>
                                        </p:tav>
                                        <p:tav tm="100000">
                                          <p:val>
                                            <p:strVal val="0-ppt_h/2"/>
                                          </p:val>
                                        </p:tav>
                                      </p:tavLst>
                                    </p:anim>
                                    <p:set>
                                      <p:cBhvr>
                                        <p:cTn id="13" dur="1" fill="hold">
                                          <p:stCondLst>
                                            <p:cond delay="999"/>
                                          </p:stCondLst>
                                        </p:cTn>
                                        <p:tgtEl>
                                          <p:spTgt spid="1028"/>
                                        </p:tgtEl>
                                        <p:attrNameLst>
                                          <p:attrName>style.visibility</p:attrName>
                                        </p:attrNameLst>
                                      </p:cBhvr>
                                      <p:to>
                                        <p:strVal val="hidden"/>
                                      </p:to>
                                    </p:set>
                                  </p:childTnLst>
                                </p:cTn>
                              </p:par>
                              <p:par>
                                <p:cTn id="14" presetID="2" presetClass="entr" presetSubtype="4" fill="hold" nodeType="withEffect">
                                  <p:stCondLst>
                                    <p:cond delay="0"/>
                                  </p:stCondLst>
                                  <p:childTnLst>
                                    <p:set>
                                      <p:cBhvr>
                                        <p:cTn id="15" dur="1" fill="hold">
                                          <p:stCondLst>
                                            <p:cond delay="0"/>
                                          </p:stCondLst>
                                        </p:cTn>
                                        <p:tgtEl>
                                          <p:spTgt spid="1029"/>
                                        </p:tgtEl>
                                        <p:attrNameLst>
                                          <p:attrName>style.visibility</p:attrName>
                                        </p:attrNameLst>
                                      </p:cBhvr>
                                      <p:to>
                                        <p:strVal val="visible"/>
                                      </p:to>
                                    </p:set>
                                    <p:anim calcmode="lin" valueType="num">
                                      <p:cBhvr additive="base">
                                        <p:cTn id="16" dur="1000" fill="hold"/>
                                        <p:tgtEl>
                                          <p:spTgt spid="1029"/>
                                        </p:tgtEl>
                                        <p:attrNameLst>
                                          <p:attrName>ppt_x</p:attrName>
                                        </p:attrNameLst>
                                      </p:cBhvr>
                                      <p:tavLst>
                                        <p:tav tm="0">
                                          <p:val>
                                            <p:strVal val="#ppt_x"/>
                                          </p:val>
                                        </p:tav>
                                        <p:tav tm="100000">
                                          <p:val>
                                            <p:strVal val="#ppt_x"/>
                                          </p:val>
                                        </p:tav>
                                      </p:tavLst>
                                    </p:anim>
                                    <p:anim calcmode="lin" valueType="num">
                                      <p:cBhvr additive="base">
                                        <p:cTn id="17" dur="1000" fill="hold"/>
                                        <p:tgtEl>
                                          <p:spTgt spid="1029"/>
                                        </p:tgtEl>
                                        <p:attrNameLst>
                                          <p:attrName>ppt_y</p:attrName>
                                        </p:attrNameLst>
                                      </p:cBhvr>
                                      <p:tavLst>
                                        <p:tav tm="0">
                                          <p:val>
                                            <p:strVal val="1+#ppt_h/2"/>
                                          </p:val>
                                        </p:tav>
                                        <p:tav tm="100000">
                                          <p:val>
                                            <p:strVal val="#ppt_y"/>
                                          </p:val>
                                        </p:tav>
                                      </p:tavLst>
                                    </p:anim>
                                  </p:childTnLst>
                                </p:cTn>
                              </p:par>
                            </p:childTnLst>
                          </p:cTn>
                        </p:par>
                        <p:par>
                          <p:cTn id="18" fill="hold">
                            <p:stCondLst>
                              <p:cond delay="3000"/>
                            </p:stCondLst>
                            <p:childTnLst>
                              <p:par>
                                <p:cTn id="19" presetID="2" presetClass="exit" presetSubtype="1" fill="hold" nodeType="afterEffect">
                                  <p:stCondLst>
                                    <p:cond delay="0"/>
                                  </p:stCondLst>
                                  <p:childTnLst>
                                    <p:anim calcmode="lin" valueType="num">
                                      <p:cBhvr additive="base">
                                        <p:cTn id="20" dur="1000"/>
                                        <p:tgtEl>
                                          <p:spTgt spid="1029"/>
                                        </p:tgtEl>
                                        <p:attrNameLst>
                                          <p:attrName>ppt_x</p:attrName>
                                        </p:attrNameLst>
                                      </p:cBhvr>
                                      <p:tavLst>
                                        <p:tav tm="0">
                                          <p:val>
                                            <p:strVal val="ppt_x"/>
                                          </p:val>
                                        </p:tav>
                                        <p:tav tm="100000">
                                          <p:val>
                                            <p:strVal val="ppt_x"/>
                                          </p:val>
                                        </p:tav>
                                      </p:tavLst>
                                    </p:anim>
                                    <p:anim calcmode="lin" valueType="num">
                                      <p:cBhvr additive="base">
                                        <p:cTn id="21" dur="1000"/>
                                        <p:tgtEl>
                                          <p:spTgt spid="1029"/>
                                        </p:tgtEl>
                                        <p:attrNameLst>
                                          <p:attrName>ppt_y</p:attrName>
                                        </p:attrNameLst>
                                      </p:cBhvr>
                                      <p:tavLst>
                                        <p:tav tm="0">
                                          <p:val>
                                            <p:strVal val="ppt_y"/>
                                          </p:val>
                                        </p:tav>
                                        <p:tav tm="100000">
                                          <p:val>
                                            <p:strVal val="0-ppt_h/2"/>
                                          </p:val>
                                        </p:tav>
                                      </p:tavLst>
                                    </p:anim>
                                    <p:set>
                                      <p:cBhvr>
                                        <p:cTn id="22" dur="1" fill="hold">
                                          <p:stCondLst>
                                            <p:cond delay="999"/>
                                          </p:stCondLst>
                                        </p:cTn>
                                        <p:tgtEl>
                                          <p:spTgt spid="1029"/>
                                        </p:tgtEl>
                                        <p:attrNameLst>
                                          <p:attrName>style.visibility</p:attrName>
                                        </p:attrNameLst>
                                      </p:cBhvr>
                                      <p:to>
                                        <p:strVal val="hidden"/>
                                      </p:to>
                                    </p:set>
                                  </p:childTnLst>
                                </p:cTn>
                              </p:par>
                              <p:par>
                                <p:cTn id="23" presetID="2" presetClass="entr" presetSubtype="4" fill="hold" nodeType="withEffect">
                                  <p:stCondLst>
                                    <p:cond delay="0"/>
                                  </p:stCondLst>
                                  <p:childTnLst>
                                    <p:set>
                                      <p:cBhvr>
                                        <p:cTn id="24" dur="1" fill="hold">
                                          <p:stCondLst>
                                            <p:cond delay="0"/>
                                          </p:stCondLst>
                                        </p:cTn>
                                        <p:tgtEl>
                                          <p:spTgt spid="1030"/>
                                        </p:tgtEl>
                                        <p:attrNameLst>
                                          <p:attrName>style.visibility</p:attrName>
                                        </p:attrNameLst>
                                      </p:cBhvr>
                                      <p:to>
                                        <p:strVal val="visible"/>
                                      </p:to>
                                    </p:set>
                                    <p:anim calcmode="lin" valueType="num">
                                      <p:cBhvr additive="base">
                                        <p:cTn id="25" dur="1000" fill="hold"/>
                                        <p:tgtEl>
                                          <p:spTgt spid="1030"/>
                                        </p:tgtEl>
                                        <p:attrNameLst>
                                          <p:attrName>ppt_x</p:attrName>
                                        </p:attrNameLst>
                                      </p:cBhvr>
                                      <p:tavLst>
                                        <p:tav tm="0">
                                          <p:val>
                                            <p:strVal val="#ppt_x"/>
                                          </p:val>
                                        </p:tav>
                                        <p:tav tm="100000">
                                          <p:val>
                                            <p:strVal val="#ppt_x"/>
                                          </p:val>
                                        </p:tav>
                                      </p:tavLst>
                                    </p:anim>
                                    <p:anim calcmode="lin" valueType="num">
                                      <p:cBhvr additive="base">
                                        <p:cTn id="26" dur="1000" fill="hold"/>
                                        <p:tgtEl>
                                          <p:spTgt spid="1030"/>
                                        </p:tgtEl>
                                        <p:attrNameLst>
                                          <p:attrName>ppt_y</p:attrName>
                                        </p:attrNameLst>
                                      </p:cBhvr>
                                      <p:tavLst>
                                        <p:tav tm="0">
                                          <p:val>
                                            <p:strVal val="1+#ppt_h/2"/>
                                          </p:val>
                                        </p:tav>
                                        <p:tav tm="100000">
                                          <p:val>
                                            <p:strVal val="#ppt_y"/>
                                          </p:val>
                                        </p:tav>
                                      </p:tavLst>
                                    </p:anim>
                                  </p:childTnLst>
                                </p:cTn>
                              </p:par>
                            </p:childTnLst>
                          </p:cTn>
                        </p:par>
                        <p:par>
                          <p:cTn id="27" fill="hold">
                            <p:stCondLst>
                              <p:cond delay="4000"/>
                            </p:stCondLst>
                            <p:childTnLst>
                              <p:par>
                                <p:cTn id="28" presetID="2" presetClass="exit" presetSubtype="1" fill="hold" nodeType="afterEffect">
                                  <p:stCondLst>
                                    <p:cond delay="0"/>
                                  </p:stCondLst>
                                  <p:childTnLst>
                                    <p:anim calcmode="lin" valueType="num">
                                      <p:cBhvr additive="base">
                                        <p:cTn id="29" dur="1000"/>
                                        <p:tgtEl>
                                          <p:spTgt spid="1030"/>
                                        </p:tgtEl>
                                        <p:attrNameLst>
                                          <p:attrName>ppt_x</p:attrName>
                                        </p:attrNameLst>
                                      </p:cBhvr>
                                      <p:tavLst>
                                        <p:tav tm="0">
                                          <p:val>
                                            <p:strVal val="ppt_x"/>
                                          </p:val>
                                        </p:tav>
                                        <p:tav tm="100000">
                                          <p:val>
                                            <p:strVal val="ppt_x"/>
                                          </p:val>
                                        </p:tav>
                                      </p:tavLst>
                                    </p:anim>
                                    <p:anim calcmode="lin" valueType="num">
                                      <p:cBhvr additive="base">
                                        <p:cTn id="30" dur="1000"/>
                                        <p:tgtEl>
                                          <p:spTgt spid="1030"/>
                                        </p:tgtEl>
                                        <p:attrNameLst>
                                          <p:attrName>ppt_y</p:attrName>
                                        </p:attrNameLst>
                                      </p:cBhvr>
                                      <p:tavLst>
                                        <p:tav tm="0">
                                          <p:val>
                                            <p:strVal val="ppt_y"/>
                                          </p:val>
                                        </p:tav>
                                        <p:tav tm="100000">
                                          <p:val>
                                            <p:strVal val="0-ppt_h/2"/>
                                          </p:val>
                                        </p:tav>
                                      </p:tavLst>
                                    </p:anim>
                                    <p:set>
                                      <p:cBhvr>
                                        <p:cTn id="31" dur="1" fill="hold">
                                          <p:stCondLst>
                                            <p:cond delay="999"/>
                                          </p:stCondLst>
                                        </p:cTn>
                                        <p:tgtEl>
                                          <p:spTgt spid="1030"/>
                                        </p:tgtEl>
                                        <p:attrNameLst>
                                          <p:attrName>style.visibility</p:attrName>
                                        </p:attrNameLst>
                                      </p:cBhvr>
                                      <p:to>
                                        <p:strVal val="hidden"/>
                                      </p:to>
                                    </p:set>
                                  </p:childTnLst>
                                </p:cTn>
                              </p:par>
                              <p:par>
                                <p:cTn id="32" presetID="2" presetClass="entr" presetSubtype="4" fill="hold" nodeType="withEffect">
                                  <p:stCondLst>
                                    <p:cond delay="0"/>
                                  </p:stCondLst>
                                  <p:childTnLst>
                                    <p:set>
                                      <p:cBhvr>
                                        <p:cTn id="33" dur="1" fill="hold">
                                          <p:stCondLst>
                                            <p:cond delay="0"/>
                                          </p:stCondLst>
                                        </p:cTn>
                                        <p:tgtEl>
                                          <p:spTgt spid="1031"/>
                                        </p:tgtEl>
                                        <p:attrNameLst>
                                          <p:attrName>style.visibility</p:attrName>
                                        </p:attrNameLst>
                                      </p:cBhvr>
                                      <p:to>
                                        <p:strVal val="visible"/>
                                      </p:to>
                                    </p:set>
                                    <p:anim calcmode="lin" valueType="num">
                                      <p:cBhvr additive="base">
                                        <p:cTn id="34" dur="1000" fill="hold"/>
                                        <p:tgtEl>
                                          <p:spTgt spid="1031"/>
                                        </p:tgtEl>
                                        <p:attrNameLst>
                                          <p:attrName>ppt_x</p:attrName>
                                        </p:attrNameLst>
                                      </p:cBhvr>
                                      <p:tavLst>
                                        <p:tav tm="0">
                                          <p:val>
                                            <p:strVal val="#ppt_x"/>
                                          </p:val>
                                        </p:tav>
                                        <p:tav tm="100000">
                                          <p:val>
                                            <p:strVal val="#ppt_x"/>
                                          </p:val>
                                        </p:tav>
                                      </p:tavLst>
                                    </p:anim>
                                    <p:anim calcmode="lin" valueType="num">
                                      <p:cBhvr additive="base">
                                        <p:cTn id="35" dur="1000" fill="hold"/>
                                        <p:tgtEl>
                                          <p:spTgt spid="1031"/>
                                        </p:tgtEl>
                                        <p:attrNameLst>
                                          <p:attrName>ppt_y</p:attrName>
                                        </p:attrNameLst>
                                      </p:cBhvr>
                                      <p:tavLst>
                                        <p:tav tm="0">
                                          <p:val>
                                            <p:strVal val="1+#ppt_h/2"/>
                                          </p:val>
                                        </p:tav>
                                        <p:tav tm="100000">
                                          <p:val>
                                            <p:strVal val="#ppt_y"/>
                                          </p:val>
                                        </p:tav>
                                      </p:tavLst>
                                    </p:anim>
                                  </p:childTnLst>
                                </p:cTn>
                              </p:par>
                            </p:childTnLst>
                          </p:cTn>
                        </p:par>
                        <p:par>
                          <p:cTn id="36" fill="hold">
                            <p:stCondLst>
                              <p:cond delay="5000"/>
                            </p:stCondLst>
                            <p:childTnLst>
                              <p:par>
                                <p:cTn id="37" presetID="2" presetClass="exit" presetSubtype="1" fill="hold" nodeType="afterEffect">
                                  <p:stCondLst>
                                    <p:cond delay="0"/>
                                  </p:stCondLst>
                                  <p:childTnLst>
                                    <p:anim calcmode="lin" valueType="num">
                                      <p:cBhvr additive="base">
                                        <p:cTn id="38" dur="1000"/>
                                        <p:tgtEl>
                                          <p:spTgt spid="1031"/>
                                        </p:tgtEl>
                                        <p:attrNameLst>
                                          <p:attrName>ppt_x</p:attrName>
                                        </p:attrNameLst>
                                      </p:cBhvr>
                                      <p:tavLst>
                                        <p:tav tm="0">
                                          <p:val>
                                            <p:strVal val="ppt_x"/>
                                          </p:val>
                                        </p:tav>
                                        <p:tav tm="100000">
                                          <p:val>
                                            <p:strVal val="ppt_x"/>
                                          </p:val>
                                        </p:tav>
                                      </p:tavLst>
                                    </p:anim>
                                    <p:anim calcmode="lin" valueType="num">
                                      <p:cBhvr additive="base">
                                        <p:cTn id="39" dur="1000"/>
                                        <p:tgtEl>
                                          <p:spTgt spid="1031"/>
                                        </p:tgtEl>
                                        <p:attrNameLst>
                                          <p:attrName>ppt_y</p:attrName>
                                        </p:attrNameLst>
                                      </p:cBhvr>
                                      <p:tavLst>
                                        <p:tav tm="0">
                                          <p:val>
                                            <p:strVal val="ppt_y"/>
                                          </p:val>
                                        </p:tav>
                                        <p:tav tm="100000">
                                          <p:val>
                                            <p:strVal val="0-ppt_h/2"/>
                                          </p:val>
                                        </p:tav>
                                      </p:tavLst>
                                    </p:anim>
                                    <p:set>
                                      <p:cBhvr>
                                        <p:cTn id="40" dur="1" fill="hold">
                                          <p:stCondLst>
                                            <p:cond delay="999"/>
                                          </p:stCondLst>
                                        </p:cTn>
                                        <p:tgtEl>
                                          <p:spTgt spid="1031"/>
                                        </p:tgtEl>
                                        <p:attrNameLst>
                                          <p:attrName>style.visibility</p:attrName>
                                        </p:attrNameLst>
                                      </p:cBhvr>
                                      <p:to>
                                        <p:strVal val="hidden"/>
                                      </p:to>
                                    </p:set>
                                  </p:childTnLst>
                                </p:cTn>
                              </p:par>
                              <p:par>
                                <p:cTn id="41" presetID="2" presetClass="entr" presetSubtype="4" fill="hold" nodeType="withEffect">
                                  <p:stCondLst>
                                    <p:cond delay="0"/>
                                  </p:stCondLst>
                                  <p:childTnLst>
                                    <p:set>
                                      <p:cBhvr>
                                        <p:cTn id="42" dur="1" fill="hold">
                                          <p:stCondLst>
                                            <p:cond delay="0"/>
                                          </p:stCondLst>
                                        </p:cTn>
                                        <p:tgtEl>
                                          <p:spTgt spid="1032"/>
                                        </p:tgtEl>
                                        <p:attrNameLst>
                                          <p:attrName>style.visibility</p:attrName>
                                        </p:attrNameLst>
                                      </p:cBhvr>
                                      <p:to>
                                        <p:strVal val="visible"/>
                                      </p:to>
                                    </p:set>
                                    <p:anim calcmode="lin" valueType="num">
                                      <p:cBhvr additive="base">
                                        <p:cTn id="43" dur="1000" fill="hold"/>
                                        <p:tgtEl>
                                          <p:spTgt spid="1032"/>
                                        </p:tgtEl>
                                        <p:attrNameLst>
                                          <p:attrName>ppt_x</p:attrName>
                                        </p:attrNameLst>
                                      </p:cBhvr>
                                      <p:tavLst>
                                        <p:tav tm="0">
                                          <p:val>
                                            <p:strVal val="#ppt_x"/>
                                          </p:val>
                                        </p:tav>
                                        <p:tav tm="100000">
                                          <p:val>
                                            <p:strVal val="#ppt_x"/>
                                          </p:val>
                                        </p:tav>
                                      </p:tavLst>
                                    </p:anim>
                                    <p:anim calcmode="lin" valueType="num">
                                      <p:cBhvr additive="base">
                                        <p:cTn id="44" dur="1000" fill="hold"/>
                                        <p:tgtEl>
                                          <p:spTgt spid="1032"/>
                                        </p:tgtEl>
                                        <p:attrNameLst>
                                          <p:attrName>ppt_y</p:attrName>
                                        </p:attrNameLst>
                                      </p:cBhvr>
                                      <p:tavLst>
                                        <p:tav tm="0">
                                          <p:val>
                                            <p:strVal val="1+#ppt_h/2"/>
                                          </p:val>
                                        </p:tav>
                                        <p:tav tm="100000">
                                          <p:val>
                                            <p:strVal val="#ppt_y"/>
                                          </p:val>
                                        </p:tav>
                                      </p:tavLst>
                                    </p:anim>
                                  </p:childTnLst>
                                </p:cTn>
                              </p:par>
                            </p:childTnLst>
                          </p:cTn>
                        </p:par>
                        <p:par>
                          <p:cTn id="45" fill="hold">
                            <p:stCondLst>
                              <p:cond delay="6000"/>
                            </p:stCondLst>
                            <p:childTnLst>
                              <p:par>
                                <p:cTn id="46" presetID="2" presetClass="exit" presetSubtype="1" fill="hold" nodeType="afterEffect">
                                  <p:stCondLst>
                                    <p:cond delay="0"/>
                                  </p:stCondLst>
                                  <p:childTnLst>
                                    <p:anim calcmode="lin" valueType="num">
                                      <p:cBhvr additive="base">
                                        <p:cTn id="47" dur="1000"/>
                                        <p:tgtEl>
                                          <p:spTgt spid="1032"/>
                                        </p:tgtEl>
                                        <p:attrNameLst>
                                          <p:attrName>ppt_x</p:attrName>
                                        </p:attrNameLst>
                                      </p:cBhvr>
                                      <p:tavLst>
                                        <p:tav tm="0">
                                          <p:val>
                                            <p:strVal val="ppt_x"/>
                                          </p:val>
                                        </p:tav>
                                        <p:tav tm="100000">
                                          <p:val>
                                            <p:strVal val="ppt_x"/>
                                          </p:val>
                                        </p:tav>
                                      </p:tavLst>
                                    </p:anim>
                                    <p:anim calcmode="lin" valueType="num">
                                      <p:cBhvr additive="base">
                                        <p:cTn id="48" dur="1000"/>
                                        <p:tgtEl>
                                          <p:spTgt spid="1032"/>
                                        </p:tgtEl>
                                        <p:attrNameLst>
                                          <p:attrName>ppt_y</p:attrName>
                                        </p:attrNameLst>
                                      </p:cBhvr>
                                      <p:tavLst>
                                        <p:tav tm="0">
                                          <p:val>
                                            <p:strVal val="ppt_y"/>
                                          </p:val>
                                        </p:tav>
                                        <p:tav tm="100000">
                                          <p:val>
                                            <p:strVal val="0-ppt_h/2"/>
                                          </p:val>
                                        </p:tav>
                                      </p:tavLst>
                                    </p:anim>
                                    <p:set>
                                      <p:cBhvr>
                                        <p:cTn id="49" dur="1" fill="hold">
                                          <p:stCondLst>
                                            <p:cond delay="999"/>
                                          </p:stCondLst>
                                        </p:cTn>
                                        <p:tgtEl>
                                          <p:spTgt spid="1032"/>
                                        </p:tgtEl>
                                        <p:attrNameLst>
                                          <p:attrName>style.visibility</p:attrName>
                                        </p:attrNameLst>
                                      </p:cBhvr>
                                      <p:to>
                                        <p:strVal val="hidden"/>
                                      </p:to>
                                    </p:set>
                                  </p:childTnLst>
                                </p:cTn>
                              </p:par>
                              <p:par>
                                <p:cTn id="50" presetID="2" presetClass="entr" presetSubtype="4" fill="hold" nodeType="withEffect">
                                  <p:stCondLst>
                                    <p:cond delay="0"/>
                                  </p:stCondLst>
                                  <p:childTnLst>
                                    <p:set>
                                      <p:cBhvr>
                                        <p:cTn id="51" dur="1" fill="hold">
                                          <p:stCondLst>
                                            <p:cond delay="0"/>
                                          </p:stCondLst>
                                        </p:cTn>
                                        <p:tgtEl>
                                          <p:spTgt spid="1033"/>
                                        </p:tgtEl>
                                        <p:attrNameLst>
                                          <p:attrName>style.visibility</p:attrName>
                                        </p:attrNameLst>
                                      </p:cBhvr>
                                      <p:to>
                                        <p:strVal val="visible"/>
                                      </p:to>
                                    </p:set>
                                    <p:anim calcmode="lin" valueType="num">
                                      <p:cBhvr additive="base">
                                        <p:cTn id="52" dur="1000" fill="hold"/>
                                        <p:tgtEl>
                                          <p:spTgt spid="1033"/>
                                        </p:tgtEl>
                                        <p:attrNameLst>
                                          <p:attrName>ppt_x</p:attrName>
                                        </p:attrNameLst>
                                      </p:cBhvr>
                                      <p:tavLst>
                                        <p:tav tm="0">
                                          <p:val>
                                            <p:strVal val="#ppt_x"/>
                                          </p:val>
                                        </p:tav>
                                        <p:tav tm="100000">
                                          <p:val>
                                            <p:strVal val="#ppt_x"/>
                                          </p:val>
                                        </p:tav>
                                      </p:tavLst>
                                    </p:anim>
                                    <p:anim calcmode="lin" valueType="num">
                                      <p:cBhvr additive="base">
                                        <p:cTn id="53" dur="1000" fill="hold"/>
                                        <p:tgtEl>
                                          <p:spTgt spid="1033"/>
                                        </p:tgtEl>
                                        <p:attrNameLst>
                                          <p:attrName>ppt_y</p:attrName>
                                        </p:attrNameLst>
                                      </p:cBhvr>
                                      <p:tavLst>
                                        <p:tav tm="0">
                                          <p:val>
                                            <p:strVal val="1+#ppt_h/2"/>
                                          </p:val>
                                        </p:tav>
                                        <p:tav tm="100000">
                                          <p:val>
                                            <p:strVal val="#ppt_y"/>
                                          </p:val>
                                        </p:tav>
                                      </p:tavLst>
                                    </p:anim>
                                  </p:childTnLst>
                                </p:cTn>
                              </p:par>
                            </p:childTnLst>
                          </p:cTn>
                        </p:par>
                        <p:par>
                          <p:cTn id="54" fill="hold">
                            <p:stCondLst>
                              <p:cond delay="7000"/>
                            </p:stCondLst>
                            <p:childTnLst>
                              <p:par>
                                <p:cTn id="55" presetID="2" presetClass="exit" presetSubtype="1" fill="hold" nodeType="afterEffect">
                                  <p:stCondLst>
                                    <p:cond delay="0"/>
                                  </p:stCondLst>
                                  <p:childTnLst>
                                    <p:anim calcmode="lin" valueType="num">
                                      <p:cBhvr additive="base">
                                        <p:cTn id="56" dur="1000"/>
                                        <p:tgtEl>
                                          <p:spTgt spid="1033"/>
                                        </p:tgtEl>
                                        <p:attrNameLst>
                                          <p:attrName>ppt_x</p:attrName>
                                        </p:attrNameLst>
                                      </p:cBhvr>
                                      <p:tavLst>
                                        <p:tav tm="0">
                                          <p:val>
                                            <p:strVal val="ppt_x"/>
                                          </p:val>
                                        </p:tav>
                                        <p:tav tm="100000">
                                          <p:val>
                                            <p:strVal val="ppt_x"/>
                                          </p:val>
                                        </p:tav>
                                      </p:tavLst>
                                    </p:anim>
                                    <p:anim calcmode="lin" valueType="num">
                                      <p:cBhvr additive="base">
                                        <p:cTn id="57" dur="1000"/>
                                        <p:tgtEl>
                                          <p:spTgt spid="1033"/>
                                        </p:tgtEl>
                                        <p:attrNameLst>
                                          <p:attrName>ppt_y</p:attrName>
                                        </p:attrNameLst>
                                      </p:cBhvr>
                                      <p:tavLst>
                                        <p:tav tm="0">
                                          <p:val>
                                            <p:strVal val="ppt_y"/>
                                          </p:val>
                                        </p:tav>
                                        <p:tav tm="100000">
                                          <p:val>
                                            <p:strVal val="0-ppt_h/2"/>
                                          </p:val>
                                        </p:tav>
                                      </p:tavLst>
                                    </p:anim>
                                    <p:set>
                                      <p:cBhvr>
                                        <p:cTn id="58" dur="1" fill="hold">
                                          <p:stCondLst>
                                            <p:cond delay="999"/>
                                          </p:stCondLst>
                                        </p:cTn>
                                        <p:tgtEl>
                                          <p:spTgt spid="10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7771" y="1577033"/>
            <a:ext cx="7315200" cy="2075349"/>
          </a:xfrm>
        </p:spPr>
        <p:txBody>
          <a:bodyPr/>
          <a:lstStyle/>
          <a:p>
            <a:r>
              <a:rPr lang="zh-CN" altLang="en-US" dirty="0"/>
              <a:t>五</a:t>
            </a:r>
            <a:r>
              <a:rPr lang="en-US" altLang="zh-CN" dirty="0"/>
              <a:t>.</a:t>
            </a:r>
            <a:r>
              <a:rPr lang="zh-CN" altLang="zh-CN" dirty="0"/>
              <a:t>残差网络的</a:t>
            </a:r>
            <a:r>
              <a:rPr lang="zh-CN" altLang="en-US" dirty="0"/>
              <a:t>深远影响</a:t>
            </a:r>
          </a:p>
        </p:txBody>
      </p:sp>
      <p:sp>
        <p:nvSpPr>
          <p:cNvPr id="3" name="文本占位符 2"/>
          <p:cNvSpPr>
            <a:spLocks noGrp="1"/>
          </p:cNvSpPr>
          <p:nvPr>
            <p:ph type="body" idx="1"/>
          </p:nvPr>
        </p:nvSpPr>
        <p:spPr/>
        <p:txBody>
          <a:bodyPr/>
          <a:lstStyle/>
          <a:p>
            <a:r>
              <a:rPr lang="zh-CN" altLang="zh-CN" sz="2400" dirty="0">
                <a:solidFill>
                  <a:schemeClr val="accent2"/>
                </a:solidFill>
              </a:rPr>
              <a:t>残差网络通过引入捷径连接和学习残差的巧妙思想，成功解决了深度网络的退化问题</a:t>
            </a:r>
            <a:endParaRPr lang="zh-CN" altLang="en-US" sz="2400" dirty="0">
              <a:solidFill>
                <a:schemeClr val="accent2"/>
              </a:solidFill>
            </a:endParaRP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320813"/>
            <a:ext cx="10858500" cy="707886"/>
          </a:xfrm>
        </p:spPr>
        <p:txBody>
          <a:bodyPr/>
          <a:lstStyle/>
          <a:p>
            <a:pPr marL="571500" indent="-571500">
              <a:buFont typeface="Wingdings" panose="05000000000000000000" pitchFamily="2" charset="2"/>
              <a:buChar char="u"/>
            </a:pPr>
            <a:r>
              <a:rPr lang="zh-CN" altLang="en-US" sz="4000" dirty="0"/>
              <a:t>残差网络的</a:t>
            </a:r>
            <a:r>
              <a:rPr lang="zh-CN" altLang="zh-CN" sz="4000" dirty="0"/>
              <a:t>深远影响</a:t>
            </a:r>
            <a:endParaRPr lang="zh-CN" altLang="en-US" sz="4000" dirty="0"/>
          </a:p>
        </p:txBody>
      </p:sp>
      <p:sp>
        <p:nvSpPr>
          <p:cNvPr id="3" name="Rectangle 2"/>
          <p:cNvSpPr>
            <a:spLocks noChangeArrowheads="1"/>
          </p:cNvSpPr>
          <p:nvPr/>
        </p:nvSpPr>
        <p:spPr bwMode="auto">
          <a:xfrm>
            <a:off x="660400" y="1201637"/>
            <a:ext cx="6831843" cy="2953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lang="en-US" altLang="zh-CN" sz="2400" b="1" dirty="0">
                <a:solidFill>
                  <a:schemeClr val="accent2"/>
                </a:solidFill>
              </a:rPr>
              <a:t>1. </a:t>
            </a:r>
            <a:r>
              <a:rPr lang="zh-CN" altLang="en-US" sz="2400" b="1" dirty="0">
                <a:solidFill>
                  <a:schemeClr val="accent2"/>
                </a:solidFill>
              </a:rPr>
              <a:t>实验成果展示</a:t>
            </a:r>
          </a:p>
          <a:p>
            <a:pPr marL="0" marR="0" lvl="0" indent="0" algn="l" defTabSz="914400" rtl="0" eaLnBrk="0" fontAlgn="base" latinLnBrk="0" hangingPunct="0">
              <a:lnSpc>
                <a:spcPct val="100000"/>
              </a:lnSpc>
              <a:spcBef>
                <a:spcPct val="0"/>
              </a:spcBef>
              <a:spcAft>
                <a:spcPct val="0"/>
              </a:spcAft>
              <a:buClrTx/>
              <a:buSzTx/>
              <a:buFontTx/>
              <a:buNone/>
            </a:pPr>
            <a:r>
              <a:rPr lang="zh-CN" altLang="en-US" sz="2400" dirty="0"/>
              <a:t>   </a:t>
            </a:r>
            <a:r>
              <a:rPr lang="en-US" altLang="zh-CN" sz="2400" b="1" dirty="0"/>
              <a:t>·</a:t>
            </a:r>
            <a:r>
              <a:rPr lang="en-US" altLang="zh-CN" sz="2400" dirty="0"/>
              <a:t> </a:t>
            </a:r>
            <a:r>
              <a:rPr lang="en-US" altLang="zh-CN" sz="2400" b="1" dirty="0"/>
              <a:t>ImageNet 2015</a:t>
            </a:r>
            <a:r>
              <a:rPr lang="zh-CN" altLang="en-US" sz="2400" dirty="0"/>
              <a:t>：</a:t>
            </a:r>
            <a:r>
              <a:rPr lang="en-US" altLang="zh-CN" sz="2400" dirty="0"/>
              <a:t>ResNet</a:t>
            </a:r>
            <a:r>
              <a:rPr lang="zh-CN" altLang="en-US" sz="2400" dirty="0"/>
              <a:t>以</a:t>
            </a:r>
            <a:r>
              <a:rPr lang="en-US" altLang="zh-CN" sz="2400" dirty="0"/>
              <a:t>3.57%</a:t>
            </a:r>
            <a:r>
              <a:rPr lang="zh-CN" altLang="en-US" sz="2400" dirty="0"/>
              <a:t>的</a:t>
            </a:r>
            <a:r>
              <a:rPr lang="en-US" altLang="zh-CN" sz="2400" dirty="0"/>
              <a:t>Top-5</a:t>
            </a:r>
            <a:r>
              <a:rPr lang="zh-CN" altLang="en-US" sz="2400" dirty="0"/>
              <a:t>错误率赢得冠军，首次超越人类水平（约</a:t>
            </a:r>
            <a:r>
              <a:rPr lang="en-US" altLang="zh-CN" sz="2400" dirty="0"/>
              <a:t>5%</a:t>
            </a:r>
            <a:r>
              <a:rPr lang="zh-CN" altLang="en-US" sz="2400" dirty="0"/>
              <a:t>）。</a:t>
            </a:r>
          </a:p>
          <a:p>
            <a:pPr marL="0" marR="0" lvl="0" indent="0" algn="l" defTabSz="914400" rtl="0" eaLnBrk="0" fontAlgn="base" latinLnBrk="0" hangingPunct="0">
              <a:lnSpc>
                <a:spcPct val="100000"/>
              </a:lnSpc>
              <a:spcBef>
                <a:spcPct val="0"/>
              </a:spcBef>
              <a:spcAft>
                <a:spcPct val="0"/>
              </a:spcAft>
              <a:buClrTx/>
              <a:buSzTx/>
              <a:buFontTx/>
              <a:buNone/>
            </a:pPr>
            <a:r>
              <a:rPr lang="zh-CN" altLang="en-US" sz="2400" dirty="0"/>
              <a:t>   </a:t>
            </a:r>
            <a:r>
              <a:rPr lang="en-US" altLang="zh-CN" sz="2400" b="1" dirty="0"/>
              <a:t>· </a:t>
            </a:r>
            <a:r>
              <a:rPr lang="zh-CN" altLang="en-US" sz="2400" b="1" dirty="0"/>
              <a:t>图表对比</a:t>
            </a:r>
            <a:r>
              <a:rPr lang="zh-CN" altLang="en-US" sz="2400" dirty="0"/>
              <a:t>：展示</a:t>
            </a:r>
            <a:r>
              <a:rPr lang="en-US" altLang="zh-CN" sz="2400" dirty="0"/>
              <a:t>ResNet</a:t>
            </a:r>
            <a:r>
              <a:rPr lang="zh-CN" altLang="en-US" sz="2400" dirty="0"/>
              <a:t>与</a:t>
            </a:r>
            <a:r>
              <a:rPr lang="en-US" altLang="zh-CN" sz="2400" dirty="0"/>
              <a:t>VGG</a:t>
            </a:r>
            <a:r>
              <a:rPr lang="zh-CN" altLang="en-US" sz="2400" dirty="0"/>
              <a:t>、</a:t>
            </a:r>
            <a:r>
              <a:rPr lang="en-US" altLang="zh-CN" sz="2400" dirty="0" err="1"/>
              <a:t>GoogLeNet</a:t>
            </a:r>
            <a:r>
              <a:rPr lang="zh-CN" altLang="en-US" sz="2400" dirty="0"/>
              <a:t>等在深度、错误率、计算量上的对比。</a:t>
            </a:r>
          </a:p>
          <a:p>
            <a:pPr marL="0" marR="0" lvl="0" indent="0" algn="l" defTabSz="914400" rtl="0" eaLnBrk="0" fontAlgn="base" latinLnBrk="0" hangingPunct="0">
              <a:lnSpc>
                <a:spcPct val="100000"/>
              </a:lnSpc>
              <a:spcBef>
                <a:spcPct val="0"/>
              </a:spcBef>
              <a:spcAft>
                <a:spcPct val="0"/>
              </a:spcAft>
              <a:buClrTx/>
              <a:buSzTx/>
              <a:buFontTx/>
              <a:buNone/>
            </a:pPr>
            <a:r>
              <a:rPr lang="zh-CN" altLang="en-US" sz="2400" dirty="0"/>
              <a:t>  </a:t>
            </a:r>
            <a:r>
              <a:rPr lang="zh-CN" altLang="en-US" sz="2400" b="1" dirty="0"/>
              <a:t> </a:t>
            </a:r>
            <a:r>
              <a:rPr lang="en-US" altLang="zh-CN" sz="2400" b="1" dirty="0"/>
              <a:t>·</a:t>
            </a:r>
            <a:r>
              <a:rPr lang="en-US" altLang="zh-CN" sz="2400" dirty="0"/>
              <a:t> </a:t>
            </a:r>
            <a:r>
              <a:rPr lang="zh-CN" altLang="en-US" sz="2400" b="1" dirty="0"/>
              <a:t>消融实验</a:t>
            </a:r>
            <a:r>
              <a:rPr lang="zh-CN" altLang="en-US" sz="2400" dirty="0"/>
              <a:t>：证明带有捷径连接的残差块确实解决了退化问题。</a:t>
            </a: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7169" name="图片 61"/>
          <p:cNvPicPr>
            <a:picLocks noChangeAspect="1" noChangeArrowheads="1"/>
          </p:cNvPicPr>
          <p:nvPr/>
        </p:nvPicPr>
        <p:blipFill rotWithShape="1">
          <a:blip r:embed="rId2">
            <a:extLst>
              <a:ext uri="{28A0092B-C50C-407E-A947-70E740481C1C}">
                <a14:useLocalDpi xmlns:a14="http://schemas.microsoft.com/office/drawing/2010/main" val="0"/>
              </a:ext>
            </a:extLst>
          </a:blip>
          <a:srcRect l="34291" t="19977" r="7594" b="3575"/>
          <a:stretch>
            <a:fillRect/>
          </a:stretch>
        </p:blipFill>
        <p:spPr bwMode="auto">
          <a:xfrm>
            <a:off x="7724633" y="1201002"/>
            <a:ext cx="4467367" cy="308424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543560" y="3879850"/>
            <a:ext cx="1142873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lang="en-US" altLang="zh-CN" sz="2400" b="1" dirty="0">
                <a:solidFill>
                  <a:schemeClr val="accent2"/>
                </a:solidFill>
              </a:rPr>
              <a:t>2.</a:t>
            </a:r>
            <a:r>
              <a:rPr lang="zh-CN" altLang="en-US" sz="2400" b="1" dirty="0">
                <a:solidFill>
                  <a:schemeClr val="accent2"/>
                </a:solidFill>
              </a:rPr>
              <a:t>对计算机视觉领域的深远影响</a:t>
            </a:r>
          </a:p>
          <a:p>
            <a:pPr marL="0" marR="0" lvl="0" indent="0" algn="l" defTabSz="914400" rtl="0" eaLnBrk="0" fontAlgn="base" latinLnBrk="0" hangingPunct="0">
              <a:lnSpc>
                <a:spcPct val="100000"/>
              </a:lnSpc>
              <a:spcBef>
                <a:spcPct val="0"/>
              </a:spcBef>
              <a:spcAft>
                <a:spcPct val="0"/>
              </a:spcAft>
              <a:buClrTx/>
              <a:buSzTx/>
              <a:buFontTx/>
              <a:buNone/>
            </a:pPr>
            <a:r>
              <a:rPr lang="zh-CN" altLang="en-US" sz="2400" dirty="0"/>
              <a:t>   </a:t>
            </a:r>
            <a:r>
              <a:rPr lang="en-US" altLang="zh-CN" sz="2400" b="1" dirty="0"/>
              <a:t>· </a:t>
            </a:r>
            <a:r>
              <a:rPr lang="zh-CN" altLang="en-US" sz="2400" b="1" dirty="0"/>
              <a:t>成为</a:t>
            </a:r>
            <a:r>
              <a:rPr lang="en-US" altLang="zh-CN" sz="2400" b="1" dirty="0"/>
              <a:t>Backbone</a:t>
            </a:r>
            <a:r>
              <a:rPr lang="zh-CN" altLang="en-US" sz="2400" b="1" dirty="0"/>
              <a:t>的标准</a:t>
            </a:r>
            <a:r>
              <a:rPr lang="zh-CN" altLang="en-US" sz="2400" dirty="0"/>
              <a:t>：</a:t>
            </a:r>
            <a:r>
              <a:rPr lang="en-US" altLang="zh-CN" sz="2400" dirty="0"/>
              <a:t>ResNet</a:t>
            </a:r>
            <a:r>
              <a:rPr lang="zh-CN" altLang="en-US" sz="2400" dirty="0"/>
              <a:t>及其变体成为几乎所有视觉任务（检测、分割、识别等）的默认骨干网络。</a:t>
            </a:r>
          </a:p>
          <a:p>
            <a:pPr marL="0" marR="0" lvl="0" indent="0" algn="l" defTabSz="914400" rtl="0" eaLnBrk="0" fontAlgn="base" latinLnBrk="0" hangingPunct="0">
              <a:lnSpc>
                <a:spcPct val="100000"/>
              </a:lnSpc>
              <a:spcBef>
                <a:spcPct val="0"/>
              </a:spcBef>
              <a:spcAft>
                <a:spcPct val="0"/>
              </a:spcAft>
              <a:buClrTx/>
              <a:buSzTx/>
              <a:buFontTx/>
              <a:buNone/>
            </a:pPr>
            <a:r>
              <a:rPr lang="zh-CN" altLang="en-US" sz="2400" dirty="0"/>
              <a:t>  </a:t>
            </a:r>
            <a:r>
              <a:rPr lang="zh-CN" altLang="en-US" sz="2400" b="1" dirty="0"/>
              <a:t> </a:t>
            </a:r>
            <a:r>
              <a:rPr lang="en-US" altLang="zh-CN" sz="2400" b="1" dirty="0"/>
              <a:t>· </a:t>
            </a:r>
            <a:r>
              <a:rPr lang="zh-CN" altLang="en-US" sz="2400" b="1" dirty="0"/>
              <a:t>启发了更多“连接”结构</a:t>
            </a:r>
            <a:r>
              <a:rPr lang="zh-CN" altLang="en-US" sz="2400" dirty="0"/>
              <a:t>：</a:t>
            </a:r>
          </a:p>
          <a:p>
            <a:pPr marL="0" marR="0" lvl="0" indent="0" algn="l" defTabSz="914400" rtl="0" eaLnBrk="0" fontAlgn="base" latinLnBrk="0" hangingPunct="0">
              <a:lnSpc>
                <a:spcPct val="100000"/>
              </a:lnSpc>
              <a:spcBef>
                <a:spcPct val="0"/>
              </a:spcBef>
              <a:spcAft>
                <a:spcPct val="0"/>
              </a:spcAft>
              <a:buClrTx/>
              <a:buSzTx/>
              <a:buFontTx/>
              <a:buNone/>
            </a:pPr>
            <a:r>
              <a:rPr lang="zh-CN" altLang="en-US" sz="2400" dirty="0"/>
              <a:t>     </a:t>
            </a:r>
            <a:r>
              <a:rPr lang="en-US" altLang="zh-CN" sz="2400" dirty="0"/>
              <a:t>    </a:t>
            </a:r>
            <a:r>
              <a:rPr lang="en-US" altLang="zh-CN" sz="2400" dirty="0" err="1"/>
              <a:t>DenseNet</a:t>
            </a:r>
            <a:r>
              <a:rPr lang="zh-CN" altLang="en-US" sz="2400" dirty="0"/>
              <a:t>：更密集的连接。</a:t>
            </a:r>
          </a:p>
          <a:p>
            <a:pPr marL="0" marR="0" lvl="0" indent="0" algn="l" defTabSz="914400" rtl="0" eaLnBrk="0" fontAlgn="base" latinLnBrk="0" hangingPunct="0">
              <a:lnSpc>
                <a:spcPct val="100000"/>
              </a:lnSpc>
              <a:spcBef>
                <a:spcPct val="0"/>
              </a:spcBef>
              <a:spcAft>
                <a:spcPct val="0"/>
              </a:spcAft>
              <a:buClrTx/>
              <a:buSzTx/>
              <a:buFontTx/>
              <a:buNone/>
            </a:pPr>
            <a:r>
              <a:rPr lang="zh-CN" altLang="en-US" sz="2400" dirty="0"/>
              <a:t>     </a:t>
            </a:r>
            <a:r>
              <a:rPr lang="en-US" altLang="zh-CN" sz="2400" dirty="0"/>
              <a:t>    U-Net</a:t>
            </a:r>
            <a:r>
              <a:rPr lang="zh-CN" altLang="en-US" sz="2400" dirty="0"/>
              <a:t>：编码器</a:t>
            </a:r>
            <a:r>
              <a:rPr lang="en-US" altLang="zh-CN" sz="2400" dirty="0"/>
              <a:t>-</a:t>
            </a:r>
            <a:r>
              <a:rPr lang="zh-CN" altLang="en-US" sz="2400" dirty="0"/>
              <a:t>解码器结构中的跳跃连接。</a:t>
            </a:r>
          </a:p>
          <a:p>
            <a:pPr marL="0" marR="0" lvl="0" indent="0" algn="l" defTabSz="914400" rtl="0" eaLnBrk="0" fontAlgn="base" latinLnBrk="0" hangingPunct="0">
              <a:lnSpc>
                <a:spcPct val="100000"/>
              </a:lnSpc>
              <a:spcBef>
                <a:spcPct val="0"/>
              </a:spcBef>
              <a:spcAft>
                <a:spcPct val="0"/>
              </a:spcAft>
              <a:buClrTx/>
              <a:buSzTx/>
              <a:buFontTx/>
              <a:buNone/>
            </a:pPr>
            <a:r>
              <a:rPr lang="zh-CN" altLang="en-US" sz="2400" dirty="0"/>
              <a:t>     </a:t>
            </a:r>
            <a:r>
              <a:rPr lang="en-US" altLang="zh-CN" sz="2400" dirty="0"/>
              <a:t>    Transformer</a:t>
            </a:r>
            <a:r>
              <a:rPr lang="zh-CN" altLang="en-US" sz="2400" dirty="0"/>
              <a:t>：其中的残差连接也是关键组成部分。</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望批评指正</a:t>
            </a:r>
            <a:endParaRPr lang="en-US" dirty="0"/>
          </a:p>
        </p:txBody>
      </p:sp>
      <p:sp>
        <p:nvSpPr>
          <p:cNvPr id="4" name="文本占位符 3"/>
          <p:cNvSpPr>
            <a:spLocks noGrp="1"/>
          </p:cNvSpPr>
          <p:nvPr>
            <p:ph type="body" sz="quarter" idx="13" hasCustomPrompt="1"/>
          </p:nvPr>
        </p:nvSpPr>
        <p:spPr/>
        <p:txBody>
          <a:bodyPr>
            <a:noAutofit/>
          </a:bodyPr>
          <a:lstStyle/>
          <a:p>
            <a:r>
              <a:rPr lang="zh-CN" altLang="en-US" sz="2000" dirty="0"/>
              <a:t>朱俊霖  卞存蕾</a:t>
            </a:r>
          </a:p>
        </p:txBody>
      </p:sp>
      <p:sp>
        <p:nvSpPr>
          <p:cNvPr id="5" name="文本占位符 4"/>
          <p:cNvSpPr>
            <a:spLocks noGrp="1"/>
          </p:cNvSpPr>
          <p:nvPr>
            <p:ph type="body" sz="quarter" idx="14" hasCustomPrompt="1"/>
          </p:nvPr>
        </p:nvSpPr>
        <p:spPr/>
        <p:txBody>
          <a:bodyPr>
            <a:noAutofit/>
          </a:bodyPr>
          <a:lstStyle/>
          <a:p>
            <a:r>
              <a:rPr lang="en-US" sz="2000" dirty="0"/>
              <a:t>2025</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a="http://schemas.openxmlformats.org/drawingml/2006/main" name="Designed by OfficePLUS">
  <a:themeElements>
    <a:clrScheme name="iSlide">
      <a:dk1>
        <a:srgbClr val="000000"/>
      </a:dk1>
      <a:lt1>
        <a:srgbClr val="FFFFFF"/>
      </a:lt1>
      <a:dk2>
        <a:srgbClr val="778495"/>
      </a:dk2>
      <a:lt2>
        <a:srgbClr val="F0F0F0"/>
      </a:lt2>
      <a:accent1>
        <a:srgbClr val="68BFBD"/>
      </a:accent1>
      <a:accent2>
        <a:srgbClr val="3D6C87"/>
      </a:accent2>
      <a:accent3>
        <a:srgbClr val="F8CA60"/>
      </a:accent3>
      <a:accent4>
        <a:srgbClr val="ED8F69"/>
      </a:accent4>
      <a:accent5>
        <a:srgbClr val="71CD41"/>
      </a:accent5>
      <a:accent6>
        <a:srgbClr val="3C85A3"/>
      </a:accent6>
      <a:hlink>
        <a:srgbClr val="778495"/>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770</TotalTime>
  <Words>1144</Words>
  <Application>Microsoft Office PowerPoint</Application>
  <PresentationFormat>宽屏</PresentationFormat>
  <Paragraphs>92</Paragraphs>
  <Slides>18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18</vt:i4>
      </vt:variant>
    </vt:vector>
  </HeadingPairs>
  <TitlesOfParts>
    <vt:vector size="23" baseType="lpstr">
      <vt:lpstr>等线</vt:lpstr>
      <vt:lpstr>Arial</vt:lpstr>
      <vt:lpstr>Calibri</vt:lpstr>
      <vt:lpstr>Wingdings</vt:lpstr>
      <vt:lpstr>Designed by OfficePLUS</vt:lpstr>
      <vt:lpstr>残差网络ResNet</vt:lpstr>
      <vt:lpstr>目录</vt:lpstr>
      <vt:lpstr>一.人工智能发展历程</vt:lpstr>
      <vt:lpstr>人工智能发展历程</vt:lpstr>
      <vt:lpstr>二.残差网络ResNet</vt:lpstr>
      <vt:lpstr>深度学习的“深度”困境</vt:lpstr>
      <vt:lpstr>深度学习的“深度”困境</vt:lpstr>
      <vt:lpstr>深度学习的“深度”困境</vt:lpstr>
      <vt:lpstr>三.残差网络的核心结构</vt:lpstr>
      <vt:lpstr>核心结构：跳跃连接（Skip Connection）</vt:lpstr>
      <vt:lpstr>核心结构：残差块（Residual Block)</vt:lpstr>
      <vt:lpstr>两种常见残差块结构</vt:lpstr>
      <vt:lpstr>输入与输出维度不匹配时的调整</vt:lpstr>
      <vt:lpstr>四.残差网络程序展示</vt:lpstr>
      <vt:lpstr>PowerPoint 演示文稿</vt:lpstr>
      <vt:lpstr>五.残差网络的深远影响</vt:lpstr>
      <vt:lpstr>残差网络的深远影响</vt:lpstr>
      <vt:lpstr>望批评指正</vt:lpstr>
    </vt:vector>
  </TitlesOfParts>
  <Company>OfficePLUS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OfficePLUS PowerPoint Template</dc:title>
  <dc:creator>OfficePLUS</dc:creator>
  <cp:lastModifiedBy>sawbone999@163.com</cp:lastModifiedBy>
  <cp:revision>8</cp:revision>
  <cp:lastPrinted>2025-07-22T16:00:00Z</cp:lastPrinted>
  <dcterms:created xsi:type="dcterms:W3CDTF">2025-07-22T16:00:00Z</dcterms:created>
  <dcterms:modified xsi:type="dcterms:W3CDTF">2025-11-19T01:34:56Z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e8a0668e-819e-4558-a62e-f7fed7219296</vt:lpwstr>
  </property>
  <property fmtid="{D5CDD505-2E9C-101B-9397-08002B2CF9AE}" pid="3" name="ICV">
    <vt:lpwstr>45DE3D4E4D3B49FFBDB2BD4AA38205E0_12</vt:lpwstr>
  </property>
  <property fmtid="{D5CDD505-2E9C-101B-9397-08002B2CF9AE}" pid="4" name="KSOProductBuildVer">
    <vt:lpwstr>2052-12.1.0.23542</vt:lpwstr>
  </property>
</Properties>
</file>